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bf8b5c44e44711" /><Relationship Type="http://schemas.openxmlformats.org/officeDocument/2006/relationships/extended-properties" Target="/docProps/app.xml" Id="R1c9c8966ec324e71" /><Relationship Type="http://schemas.openxmlformats.org/officeDocument/2006/relationships/officeDocument" Target="/ppt/presentation.xml" Id="Racb9213de47842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afda44ad104794"/>
  </p:sldMasterIdLst>
  <p:notesMasterIdLst>
    <p:notesMasterId xmlns:r="http://schemas.openxmlformats.org/officeDocument/2006/relationships" r:id="R1d670e212a1d4a81"/>
  </p:notesMasterIdLst>
  <p:sldIdLst>
    <p:sldId xmlns:r="http://schemas.openxmlformats.org/officeDocument/2006/relationships" id="256" r:id="Rfb8fc9d0331744e4"/>
    <p:sldId xmlns:r="http://schemas.openxmlformats.org/officeDocument/2006/relationships" id="257" r:id="Rd0c6f0768c04491b"/>
    <p:sldId xmlns:r="http://schemas.openxmlformats.org/officeDocument/2006/relationships" id="258" r:id="R359561e2938a4acd"/>
    <p:sldId xmlns:r="http://schemas.openxmlformats.org/officeDocument/2006/relationships" id="259" r:id="R428c8349036c42b8"/>
    <p:sldId xmlns:r="http://schemas.openxmlformats.org/officeDocument/2006/relationships" id="260" r:id="R4e89a92986394ce8"/>
    <p:sldId xmlns:r="http://schemas.openxmlformats.org/officeDocument/2006/relationships" id="261" r:id="R5dcf9e50e5b4461d"/>
    <p:sldId xmlns:r="http://schemas.openxmlformats.org/officeDocument/2006/relationships" id="262" r:id="R3adb3566f143408f"/>
    <p:sldId xmlns:r="http://schemas.openxmlformats.org/officeDocument/2006/relationships" id="263" r:id="R21771c23d2e04886"/>
    <p:sldId xmlns:r="http://schemas.openxmlformats.org/officeDocument/2006/relationships" id="264" r:id="R162a7d281469479a"/>
    <p:sldId xmlns:r="http://schemas.openxmlformats.org/officeDocument/2006/relationships" id="265" r:id="R85c695c678224789"/>
    <p:sldId xmlns:r="http://schemas.openxmlformats.org/officeDocument/2006/relationships" id="266" r:id="R1cd69e62797d44bc"/>
    <p:sldId xmlns:r="http://schemas.openxmlformats.org/officeDocument/2006/relationships" id="267" r:id="R8cfddd0f75744a55"/>
    <p:sldId xmlns:r="http://schemas.openxmlformats.org/officeDocument/2006/relationships" id="268" r:id="Rc01ff5f666cf4486"/>
    <p:sldId xmlns:r="http://schemas.openxmlformats.org/officeDocument/2006/relationships" id="269" r:id="R365d5dd1f0b0461d"/>
    <p:sldId xmlns:r="http://schemas.openxmlformats.org/officeDocument/2006/relationships" id="270" r:id="R4dbd833fee174a96"/>
    <p:sldId xmlns:r="http://schemas.openxmlformats.org/officeDocument/2006/relationships" id="271" r:id="Rb681395fbce748ef"/>
    <p:sldId xmlns:r="http://schemas.openxmlformats.org/officeDocument/2006/relationships" id="272" r:id="R6303ffd012384e1b"/>
    <p:sldId xmlns:r="http://schemas.openxmlformats.org/officeDocument/2006/relationships" id="273" r:id="R8ef538eabf63436d"/>
    <p:sldId xmlns:r="http://schemas.openxmlformats.org/officeDocument/2006/relationships" id="274" r:id="Rb34da62ea7044e67"/>
    <p:sldId xmlns:r="http://schemas.openxmlformats.org/officeDocument/2006/relationships" id="275" r:id="Rea23330583aa4007"/>
    <p:sldId xmlns:r="http://schemas.openxmlformats.org/officeDocument/2006/relationships" id="276" r:id="R96a356d135a74284"/>
    <p:sldId xmlns:r="http://schemas.openxmlformats.org/officeDocument/2006/relationships" id="277" r:id="Re62e56f974354a64"/>
    <p:sldId xmlns:r="http://schemas.openxmlformats.org/officeDocument/2006/relationships" id="278" r:id="R15044fdd3f894267"/>
    <p:sldId xmlns:r="http://schemas.openxmlformats.org/officeDocument/2006/relationships" id="279" r:id="Rd7665d99e85a4a02"/>
    <p:sldId xmlns:r="http://schemas.openxmlformats.org/officeDocument/2006/relationships" id="280" r:id="R1cf8626c92b64228"/>
    <p:sldId xmlns:r="http://schemas.openxmlformats.org/officeDocument/2006/relationships" id="281" r:id="R67a1e66b9a264fb5"/>
    <p:sldId xmlns:r="http://schemas.openxmlformats.org/officeDocument/2006/relationships" id="282" r:id="R12c915d72b824c6a"/>
    <p:sldId xmlns:r="http://schemas.openxmlformats.org/officeDocument/2006/relationships" id="283" r:id="R5b4a1de0421d42ed"/>
    <p:sldId xmlns:r="http://schemas.openxmlformats.org/officeDocument/2006/relationships" id="284" r:id="R3b64132360be46d8"/>
    <p:sldId xmlns:r="http://schemas.openxmlformats.org/officeDocument/2006/relationships" id="285" r:id="R0eb32452f43c44af"/>
    <p:sldId xmlns:r="http://schemas.openxmlformats.org/officeDocument/2006/relationships" id="286" r:id="R1c381fa5ee2f4d15"/>
    <p:sldId xmlns:r="http://schemas.openxmlformats.org/officeDocument/2006/relationships" id="287" r:id="Rcc44a795b0c34c09"/>
    <p:sldId xmlns:r="http://schemas.openxmlformats.org/officeDocument/2006/relationships" id="288" r:id="Rf971afeb69464a36"/>
    <p:sldId xmlns:r="http://schemas.openxmlformats.org/officeDocument/2006/relationships" id="289" r:id="R1ed6283cca484036"/>
    <p:sldId xmlns:r="http://schemas.openxmlformats.org/officeDocument/2006/relationships" id="290" r:id="R9b5f9cd4674649d0"/>
    <p:sldId xmlns:r="http://schemas.openxmlformats.org/officeDocument/2006/relationships" id="291" r:id="R8453bbcbf77146c9"/>
    <p:sldId xmlns:r="http://schemas.openxmlformats.org/officeDocument/2006/relationships" id="292" r:id="R0b96ac2b65544eb0"/>
    <p:sldId xmlns:r="http://schemas.openxmlformats.org/officeDocument/2006/relationships" id="293" r:id="R4424c026aa5649b6"/>
    <p:sldId xmlns:r="http://schemas.openxmlformats.org/officeDocument/2006/relationships" id="294" r:id="Rf24c33c9fc614fbe"/>
    <p:sldId xmlns:r="http://schemas.openxmlformats.org/officeDocument/2006/relationships" id="295" r:id="Rc461a18347614d51"/>
    <p:sldId xmlns:r="http://schemas.openxmlformats.org/officeDocument/2006/relationships" id="296" r:id="R4df6e54f7cad4337"/>
    <p:sldId xmlns:r="http://schemas.openxmlformats.org/officeDocument/2006/relationships" id="297" r:id="R109312682972404c"/>
    <p:sldId xmlns:r="http://schemas.openxmlformats.org/officeDocument/2006/relationships" id="298" r:id="R1904f5355cf84f42"/>
    <p:sldId xmlns:r="http://schemas.openxmlformats.org/officeDocument/2006/relationships" id="299" r:id="R7da1f291186e46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e3c451eab24d9d" /><Relationship Type="http://schemas.openxmlformats.org/officeDocument/2006/relationships/slideMaster" Target="/ppt/slideMasters/slideMaster1.xml" Id="R23afda44ad104794" /><Relationship Type="http://schemas.openxmlformats.org/officeDocument/2006/relationships/notesMaster" Target="/ppt/notesMasters/notesMaster1.xml" Id="R1d670e212a1d4a81" /><Relationship Type="http://schemas.openxmlformats.org/officeDocument/2006/relationships/presProps" Target="/ppt/presProps.xml" Id="R5fb44a537a304a95" /><Relationship Type="http://schemas.openxmlformats.org/officeDocument/2006/relationships/tableStyles" Target="/ppt/tableStyles.xml" Id="R6d400b47c3cc415e" /><Relationship Type="http://schemas.openxmlformats.org/officeDocument/2006/relationships/slide" Target="/ppt/slides/slide1.xml" Id="Rfb8fc9d0331744e4" /><Relationship Type="http://schemas.openxmlformats.org/officeDocument/2006/relationships/slide" Target="/ppt/slides/slide2.xml" Id="Rd0c6f0768c04491b" /><Relationship Type="http://schemas.openxmlformats.org/officeDocument/2006/relationships/slide" Target="/ppt/slides/slide3.xml" Id="R359561e2938a4acd" /><Relationship Type="http://schemas.openxmlformats.org/officeDocument/2006/relationships/slide" Target="/ppt/slides/slide4.xml" Id="R428c8349036c42b8" /><Relationship Type="http://schemas.openxmlformats.org/officeDocument/2006/relationships/slide" Target="/ppt/slides/slide5.xml" Id="R4e89a92986394ce8" /><Relationship Type="http://schemas.openxmlformats.org/officeDocument/2006/relationships/slide" Target="/ppt/slides/slide6.xml" Id="R5dcf9e50e5b4461d" /><Relationship Type="http://schemas.openxmlformats.org/officeDocument/2006/relationships/slide" Target="/ppt/slides/slide7.xml" Id="R3adb3566f143408f" /><Relationship Type="http://schemas.openxmlformats.org/officeDocument/2006/relationships/slide" Target="/ppt/slides/slide8.xml" Id="R21771c23d2e04886" /><Relationship Type="http://schemas.openxmlformats.org/officeDocument/2006/relationships/slide" Target="/ppt/slides/slide9.xml" Id="R162a7d281469479a" /><Relationship Type="http://schemas.openxmlformats.org/officeDocument/2006/relationships/slide" Target="/ppt/slides/slide10.xml" Id="R85c695c678224789" /><Relationship Type="http://schemas.openxmlformats.org/officeDocument/2006/relationships/slide" Target="/ppt/slides/slide11.xml" Id="R1cd69e62797d44bc" /><Relationship Type="http://schemas.openxmlformats.org/officeDocument/2006/relationships/slide" Target="/ppt/slides/slide12.xml" Id="R8cfddd0f75744a55" /><Relationship Type="http://schemas.openxmlformats.org/officeDocument/2006/relationships/slide" Target="/ppt/slides/slide13.xml" Id="Rc01ff5f666cf4486" /><Relationship Type="http://schemas.openxmlformats.org/officeDocument/2006/relationships/slide" Target="/ppt/slides/slide14.xml" Id="R365d5dd1f0b0461d" /><Relationship Type="http://schemas.openxmlformats.org/officeDocument/2006/relationships/slide" Target="/ppt/slides/slide15.xml" Id="R4dbd833fee174a96" /><Relationship Type="http://schemas.openxmlformats.org/officeDocument/2006/relationships/slide" Target="/ppt/slides/slide16.xml" Id="Rb681395fbce748ef" /><Relationship Type="http://schemas.openxmlformats.org/officeDocument/2006/relationships/slide" Target="/ppt/slides/slide17.xml" Id="R6303ffd012384e1b" /><Relationship Type="http://schemas.openxmlformats.org/officeDocument/2006/relationships/slide" Target="/ppt/slides/slide18.xml" Id="R8ef538eabf63436d" /><Relationship Type="http://schemas.openxmlformats.org/officeDocument/2006/relationships/slide" Target="/ppt/slides/slide19.xml" Id="Rb34da62ea7044e67" /><Relationship Type="http://schemas.openxmlformats.org/officeDocument/2006/relationships/slide" Target="/ppt/slides/slide20.xml" Id="Rea23330583aa4007" /><Relationship Type="http://schemas.openxmlformats.org/officeDocument/2006/relationships/slide" Target="/ppt/slides/slide21.xml" Id="R96a356d135a74284" /><Relationship Type="http://schemas.openxmlformats.org/officeDocument/2006/relationships/slide" Target="/ppt/slides/slide22.xml" Id="Re62e56f974354a64" /><Relationship Type="http://schemas.openxmlformats.org/officeDocument/2006/relationships/slide" Target="/ppt/slides/slide23.xml" Id="R15044fdd3f894267" /><Relationship Type="http://schemas.openxmlformats.org/officeDocument/2006/relationships/slide" Target="/ppt/slides/slide24.xml" Id="Rd7665d99e85a4a02" /><Relationship Type="http://schemas.openxmlformats.org/officeDocument/2006/relationships/slide" Target="/ppt/slides/slide25.xml" Id="R1cf8626c92b64228" /><Relationship Type="http://schemas.openxmlformats.org/officeDocument/2006/relationships/slide" Target="/ppt/slides/slide26.xml" Id="R67a1e66b9a264fb5" /><Relationship Type="http://schemas.openxmlformats.org/officeDocument/2006/relationships/slide" Target="/ppt/slides/slide27.xml" Id="R12c915d72b824c6a" /><Relationship Type="http://schemas.openxmlformats.org/officeDocument/2006/relationships/slide" Target="/ppt/slides/slide28.xml" Id="R5b4a1de0421d42ed" /><Relationship Type="http://schemas.openxmlformats.org/officeDocument/2006/relationships/slide" Target="/ppt/slides/slide29.xml" Id="R3b64132360be46d8" /><Relationship Type="http://schemas.openxmlformats.org/officeDocument/2006/relationships/slide" Target="/ppt/slides/slide30.xml" Id="R0eb32452f43c44af" /><Relationship Type="http://schemas.openxmlformats.org/officeDocument/2006/relationships/slide" Target="/ppt/slides/slide31.xml" Id="R1c381fa5ee2f4d15" /><Relationship Type="http://schemas.openxmlformats.org/officeDocument/2006/relationships/slide" Target="/ppt/slides/slide32.xml" Id="Rcc44a795b0c34c09" /><Relationship Type="http://schemas.openxmlformats.org/officeDocument/2006/relationships/slide" Target="/ppt/slides/slide33.xml" Id="Rf971afeb69464a36" /><Relationship Type="http://schemas.openxmlformats.org/officeDocument/2006/relationships/slide" Target="/ppt/slides/slide34.xml" Id="R1ed6283cca484036" /><Relationship Type="http://schemas.openxmlformats.org/officeDocument/2006/relationships/slide" Target="/ppt/slides/slide35.xml" Id="R9b5f9cd4674649d0" /><Relationship Type="http://schemas.openxmlformats.org/officeDocument/2006/relationships/slide" Target="/ppt/slides/slide36.xml" Id="R8453bbcbf77146c9" /><Relationship Type="http://schemas.openxmlformats.org/officeDocument/2006/relationships/slide" Target="/ppt/slides/slide37.xml" Id="R0b96ac2b65544eb0" /><Relationship Type="http://schemas.openxmlformats.org/officeDocument/2006/relationships/slide" Target="/ppt/slides/slide38.xml" Id="R4424c026aa5649b6" /><Relationship Type="http://schemas.openxmlformats.org/officeDocument/2006/relationships/slide" Target="/ppt/slides/slide39.xml" Id="Rf24c33c9fc614fbe" /><Relationship Type="http://schemas.openxmlformats.org/officeDocument/2006/relationships/slide" Target="/ppt/slides/slide40.xml" Id="Rc461a18347614d51" /><Relationship Type="http://schemas.openxmlformats.org/officeDocument/2006/relationships/slide" Target="/ppt/slides/slide41.xml" Id="R4df6e54f7cad4337" /><Relationship Type="http://schemas.openxmlformats.org/officeDocument/2006/relationships/slide" Target="/ppt/slides/slide42.xml" Id="R109312682972404c" /><Relationship Type="http://schemas.openxmlformats.org/officeDocument/2006/relationships/slide" Target="/ppt/slides/slide43.xml" Id="R1904f5355cf84f42" /><Relationship Type="http://schemas.openxmlformats.org/officeDocument/2006/relationships/slide" Target="/ppt/slides/slide44.xml" Id="R7da1f291186e46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62f6911b554c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0373106ca74fc0" /><Relationship Type="http://schemas.openxmlformats.org/officeDocument/2006/relationships/notesMaster" Target="/ppt/notesMasters/notesMaster1.xml" Id="R946e6748a8684d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45c72042aa4930" /><Relationship Type="http://schemas.openxmlformats.org/officeDocument/2006/relationships/notesMaster" Target="/ppt/notesMasters/notesMaster1.xml" Id="R0b6f126e3d2849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970d05486048c7" /><Relationship Type="http://schemas.openxmlformats.org/officeDocument/2006/relationships/notesMaster" Target="/ppt/notesMasters/notesMaster1.xml" Id="R4a6cf461b5df40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7f735932664bae" /><Relationship Type="http://schemas.openxmlformats.org/officeDocument/2006/relationships/notesMaster" Target="/ppt/notesMasters/notesMaster1.xml" Id="R78acdbcb79404f5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5bde98b84142bd" /><Relationship Type="http://schemas.openxmlformats.org/officeDocument/2006/relationships/notesMaster" Target="/ppt/notesMasters/notesMaster1.xml" Id="R7a98e51c79a54ca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2129de2c1294c8a" /><Relationship Type="http://schemas.openxmlformats.org/officeDocument/2006/relationships/notesMaster" Target="/ppt/notesMasters/notesMaster1.xml" Id="R3663c7a8ba13442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dbe393700c34484" /><Relationship Type="http://schemas.openxmlformats.org/officeDocument/2006/relationships/notesMaster" Target="/ppt/notesMasters/notesMaster1.xml" Id="R27f64dbe6312413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86f205329664acd" /><Relationship Type="http://schemas.openxmlformats.org/officeDocument/2006/relationships/notesMaster" Target="/ppt/notesMasters/notesMaster1.xml" Id="Rdb5658dfd002438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a22735466774ea4" /><Relationship Type="http://schemas.openxmlformats.org/officeDocument/2006/relationships/notesMaster" Target="/ppt/notesMasters/notesMaster1.xml" Id="R7d89c900e81b4f7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fdc92f3d46b4971" /><Relationship Type="http://schemas.openxmlformats.org/officeDocument/2006/relationships/notesMaster" Target="/ppt/notesMasters/notesMaster1.xml" Id="Rb6f532c33305411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51d404cc3534aee" /><Relationship Type="http://schemas.openxmlformats.org/officeDocument/2006/relationships/notesMaster" Target="/ppt/notesMasters/notesMaster1.xml" Id="R8e4371e7e59c4bf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b4ee127cb754a65" /><Relationship Type="http://schemas.openxmlformats.org/officeDocument/2006/relationships/notesMaster" Target="/ppt/notesMasters/notesMaster1.xml" Id="R19f2070ce32e4e1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e803045d03a4d29" /><Relationship Type="http://schemas.openxmlformats.org/officeDocument/2006/relationships/notesMaster" Target="/ppt/notesMasters/notesMaster1.xml" Id="Rbad1ffe0996a4d2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8fb73a9ae284f95" /><Relationship Type="http://schemas.openxmlformats.org/officeDocument/2006/relationships/notesMaster" Target="/ppt/notesMasters/notesMaster1.xml" Id="Rb282f8e058934bf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8f5b10888e04693" /><Relationship Type="http://schemas.openxmlformats.org/officeDocument/2006/relationships/notesMaster" Target="/ppt/notesMasters/notesMaster1.xml" Id="R177c0860872a4d5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a5bb4684b09473c" /><Relationship Type="http://schemas.openxmlformats.org/officeDocument/2006/relationships/notesMaster" Target="/ppt/notesMasters/notesMaster1.xml" Id="R777dad1cc121492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0c8e4d3fe754cde" /><Relationship Type="http://schemas.openxmlformats.org/officeDocument/2006/relationships/notesMaster" Target="/ppt/notesMasters/notesMaster1.xml" Id="R76df8aa757d242d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a36d2fc6e324cdd" /><Relationship Type="http://schemas.openxmlformats.org/officeDocument/2006/relationships/notesMaster" Target="/ppt/notesMasters/notesMaster1.xml" Id="Rb4f16dc5f91e4a7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5e8fd0d8091461d" /><Relationship Type="http://schemas.openxmlformats.org/officeDocument/2006/relationships/notesMaster" Target="/ppt/notesMasters/notesMaster1.xml" Id="Rf12cce031be945f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5150aaf2bd54ead" /><Relationship Type="http://schemas.openxmlformats.org/officeDocument/2006/relationships/notesMaster" Target="/ppt/notesMasters/notesMaster1.xml" Id="Rb21c8d814adc425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5ab04b579174397" /><Relationship Type="http://schemas.openxmlformats.org/officeDocument/2006/relationships/notesMaster" Target="/ppt/notesMasters/notesMaster1.xml" Id="Ra9d1b14d2ace479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7ee60420e044924" /><Relationship Type="http://schemas.openxmlformats.org/officeDocument/2006/relationships/notesMaster" Target="/ppt/notesMasters/notesMaster1.xml" Id="Ra23152b15f40401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3956e6b050a4825" /><Relationship Type="http://schemas.openxmlformats.org/officeDocument/2006/relationships/notesMaster" Target="/ppt/notesMasters/notesMaster1.xml" Id="R81c5cc1c6ccc4a4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0d0b2fd8d8b4d6a" /><Relationship Type="http://schemas.openxmlformats.org/officeDocument/2006/relationships/notesMaster" Target="/ppt/notesMasters/notesMaster1.xml" Id="R77def9b4a77f49a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7ccabc5ec3d4141" /><Relationship Type="http://schemas.openxmlformats.org/officeDocument/2006/relationships/notesMaster" Target="/ppt/notesMasters/notesMaster1.xml" Id="Rfe48b776bcb141b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34866fe1b8a4567" /><Relationship Type="http://schemas.openxmlformats.org/officeDocument/2006/relationships/notesMaster" Target="/ppt/notesMasters/notesMaster1.xml" Id="R9ea66886ba8b479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e99eb6d0c754ede" /><Relationship Type="http://schemas.openxmlformats.org/officeDocument/2006/relationships/notesMaster" Target="/ppt/notesMasters/notesMaster1.xml" Id="R2fa41cb239d24ff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dff4cc445f74c21" /><Relationship Type="http://schemas.openxmlformats.org/officeDocument/2006/relationships/notesMaster" Target="/ppt/notesMasters/notesMaster1.xml" Id="R9c908ed36f8c4df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ef16aaa6d894a16" /><Relationship Type="http://schemas.openxmlformats.org/officeDocument/2006/relationships/notesMaster" Target="/ppt/notesMasters/notesMaster1.xml" Id="R3ff935686bf140d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27d04432e984d80" /><Relationship Type="http://schemas.openxmlformats.org/officeDocument/2006/relationships/notesMaster" Target="/ppt/notesMasters/notesMaster1.xml" Id="Re6608b33bd63484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78ed40d257d452f" /><Relationship Type="http://schemas.openxmlformats.org/officeDocument/2006/relationships/notesMaster" Target="/ppt/notesMasters/notesMaster1.xml" Id="R104121f5615c436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d5f1c505c6649f0" /><Relationship Type="http://schemas.openxmlformats.org/officeDocument/2006/relationships/notesMaster" Target="/ppt/notesMasters/notesMaster1.xml" Id="R792040a0e258404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315f335c4c6466f" /><Relationship Type="http://schemas.openxmlformats.org/officeDocument/2006/relationships/notesMaster" Target="/ppt/notesMasters/notesMaster1.xml" Id="Rba9c4e1c78a2405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304cdc27ba441dd" /><Relationship Type="http://schemas.openxmlformats.org/officeDocument/2006/relationships/notesMaster" Target="/ppt/notesMasters/notesMaster1.xml" Id="R42e5365d938d462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dae0c8611424a63" /><Relationship Type="http://schemas.openxmlformats.org/officeDocument/2006/relationships/notesMaster" Target="/ppt/notesMasters/notesMaster1.xml" Id="R50e0bcb967d3419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a085b8a10084d8c" /><Relationship Type="http://schemas.openxmlformats.org/officeDocument/2006/relationships/notesMaster" Target="/ppt/notesMasters/notesMaster1.xml" Id="Rdc5c4f912b014ab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98522b59fcf94d40" /><Relationship Type="http://schemas.openxmlformats.org/officeDocument/2006/relationships/notesMaster" Target="/ppt/notesMasters/notesMaster1.xml" Id="Rd883d2244fd742f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ef86e9653534c6f" /><Relationship Type="http://schemas.openxmlformats.org/officeDocument/2006/relationships/notesMaster" Target="/ppt/notesMasters/notesMaster1.xml" Id="Rb6b1eadbdccf47d2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32b920c8724c4593" /><Relationship Type="http://schemas.openxmlformats.org/officeDocument/2006/relationships/notesMaster" Target="/ppt/notesMasters/notesMaster1.xml" Id="R0f7b39a971ca44bf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fb151fb34ed34ec9" /><Relationship Type="http://schemas.openxmlformats.org/officeDocument/2006/relationships/notesMaster" Target="/ppt/notesMasters/notesMaster1.xml" Id="R5afa8ae8758c4362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4752dfbc0a914aa4" /><Relationship Type="http://schemas.openxmlformats.org/officeDocument/2006/relationships/notesMaster" Target="/ppt/notesMasters/notesMaster1.xml" Id="Rf82d993d1ce24c61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0874d43b84b44085" /><Relationship Type="http://schemas.openxmlformats.org/officeDocument/2006/relationships/notesMaster" Target="/ppt/notesMasters/notesMaster1.xml" Id="R8a035798f82d4112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3395f112e3e441ac" /><Relationship Type="http://schemas.openxmlformats.org/officeDocument/2006/relationships/notesMaster" Target="/ppt/notesMasters/notesMaster1.xml" Id="R1ec8ca126af54e39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e3d475f2a2804ab3" /><Relationship Type="http://schemas.openxmlformats.org/officeDocument/2006/relationships/notesMaster" Target="/ppt/notesMasters/notesMaster1.xml" Id="R72be3e0f8bf741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ee0798f6c24d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07333bf0e443f1" /><Relationship Type="http://schemas.openxmlformats.org/officeDocument/2006/relationships/slideLayout" Target="/ppt/slideLayouts/slideLayout1.xml" Id="R02b3630d5ef24f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b3630d5ef24f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0cbfe2aa774a40" /><Relationship Type="http://schemas.openxmlformats.org/officeDocument/2006/relationships/notesSlide" Target="/ppt/notesSlides/notesSlide1.xml" Id="R1e52acecfd6e4e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50ad57cf2f44bc" /><Relationship Type="http://schemas.openxmlformats.org/officeDocument/2006/relationships/notesSlide" Target="/ppt/notesSlides/notesSlide2.xml" Id="Rc8c9ce1fb5d940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6cc63336ab4ab0" /><Relationship Type="http://schemas.openxmlformats.org/officeDocument/2006/relationships/image" Target="/ppt/media/image.png" Id="R05682c5de8d44a22" /><Relationship Type="http://schemas.openxmlformats.org/officeDocument/2006/relationships/notesSlide" Target="/ppt/notesSlides/notesSlide3.xml" Id="R36b1519de9af4d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39556d85bd4c7a" /><Relationship Type="http://schemas.openxmlformats.org/officeDocument/2006/relationships/image" Target="/ppt/media/image2.png" Id="R92668f56a6734e1e" /><Relationship Type="http://schemas.openxmlformats.org/officeDocument/2006/relationships/notesSlide" Target="/ppt/notesSlides/notesSlide4.xml" Id="Rc47a821c3f3c4f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c985a39bd4431b" /><Relationship Type="http://schemas.openxmlformats.org/officeDocument/2006/relationships/image" Target="/ppt/media/image3.png" Id="R62e34f6c0ec54ca0" /><Relationship Type="http://schemas.openxmlformats.org/officeDocument/2006/relationships/notesSlide" Target="/ppt/notesSlides/notesSlide5.xml" Id="Rbd946f266b5b4a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87216873684bf3" /><Relationship Type="http://schemas.openxmlformats.org/officeDocument/2006/relationships/image" Target="/ppt/media/image4.png" Id="R7e3a9ddf97b74c7d" /><Relationship Type="http://schemas.openxmlformats.org/officeDocument/2006/relationships/notesSlide" Target="/ppt/notesSlides/notesSlide6.xml" Id="Raae579ee88d649e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5589a74b8a42df" /><Relationship Type="http://schemas.openxmlformats.org/officeDocument/2006/relationships/image" Target="/ppt/media/image5.png" Id="R3a0ade0d5c8a4b50" /><Relationship Type="http://schemas.openxmlformats.org/officeDocument/2006/relationships/notesSlide" Target="/ppt/notesSlides/notesSlide7.xml" Id="R645e4fd1c0eb423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0ce8eb679c4725" /><Relationship Type="http://schemas.openxmlformats.org/officeDocument/2006/relationships/image" Target="/ppt/media/image6.png" Id="R43eee9eecd924433" /><Relationship Type="http://schemas.openxmlformats.org/officeDocument/2006/relationships/notesSlide" Target="/ppt/notesSlides/notesSlide8.xml" Id="Rfe1a22e2dfcf4c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2b658f1c9c4977" /><Relationship Type="http://schemas.openxmlformats.org/officeDocument/2006/relationships/image" Target="/ppt/media/image7.png" Id="Rabb6a40a6b6e4991" /><Relationship Type="http://schemas.openxmlformats.org/officeDocument/2006/relationships/notesSlide" Target="/ppt/notesSlides/notesSlide9.xml" Id="R6fe2b5df361d439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4d2204524241f3" /><Relationship Type="http://schemas.openxmlformats.org/officeDocument/2006/relationships/image" Target="/ppt/media/image8.png" Id="R7ccf2151e2f54303" /><Relationship Type="http://schemas.openxmlformats.org/officeDocument/2006/relationships/notesSlide" Target="/ppt/notesSlides/notesSlide10.xml" Id="Rc2924d99572f4fb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45834bab8a45ce" /><Relationship Type="http://schemas.openxmlformats.org/officeDocument/2006/relationships/image" Target="/ppt/media/image9.png" Id="Rb0ee5f4ea86b4a99" /><Relationship Type="http://schemas.openxmlformats.org/officeDocument/2006/relationships/notesSlide" Target="/ppt/notesSlides/notesSlide11.xml" Id="R87f5212df697463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88a308d88a4c9f" /><Relationship Type="http://schemas.openxmlformats.org/officeDocument/2006/relationships/image" Target="/ppt/media/image10.png" Id="R470428875bd94beb" /><Relationship Type="http://schemas.openxmlformats.org/officeDocument/2006/relationships/notesSlide" Target="/ppt/notesSlides/notesSlide12.xml" Id="R55f4bf1b3fe94a6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c10ccc360469c" /><Relationship Type="http://schemas.openxmlformats.org/officeDocument/2006/relationships/image" Target="/ppt/media/image11.png" Id="Rff406f8f6c384181" /><Relationship Type="http://schemas.openxmlformats.org/officeDocument/2006/relationships/notesSlide" Target="/ppt/notesSlides/notesSlide13.xml" Id="Rbcb13e2f8fcd453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ccac9445af4490" /><Relationship Type="http://schemas.openxmlformats.org/officeDocument/2006/relationships/image" Target="/ppt/media/image12.png" Id="R4ca5223da0934480" /><Relationship Type="http://schemas.openxmlformats.org/officeDocument/2006/relationships/notesSlide" Target="/ppt/notesSlides/notesSlide14.xml" Id="Rc606f27932c648f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b1c852a94e49cf" /><Relationship Type="http://schemas.openxmlformats.org/officeDocument/2006/relationships/notesSlide" Target="/ppt/notesSlides/notesSlide15.xml" Id="Rdf53c2f8f95c4a1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fa288827534fb8" /><Relationship Type="http://schemas.openxmlformats.org/officeDocument/2006/relationships/image" Target="/ppt/media/image13.png" Id="R0aeaf4d81f6a4706" /><Relationship Type="http://schemas.openxmlformats.org/officeDocument/2006/relationships/notesSlide" Target="/ppt/notesSlides/notesSlide16.xml" Id="Rd73ce58e74ac473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e1d1362f5042b0" /><Relationship Type="http://schemas.openxmlformats.org/officeDocument/2006/relationships/image" Target="/ppt/media/image14.png" Id="Rff0412c9f56d4ebc" /><Relationship Type="http://schemas.openxmlformats.org/officeDocument/2006/relationships/notesSlide" Target="/ppt/notesSlides/notesSlide17.xml" Id="Rdcdf73a66baf43f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01596a64b04505" /><Relationship Type="http://schemas.openxmlformats.org/officeDocument/2006/relationships/image" Target="/ppt/media/image15.png" Id="Rccceb696314548a2" /><Relationship Type="http://schemas.openxmlformats.org/officeDocument/2006/relationships/notesSlide" Target="/ppt/notesSlides/notesSlide18.xml" Id="Rd8ed673255a44bd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cc2bf582ee4253" /><Relationship Type="http://schemas.openxmlformats.org/officeDocument/2006/relationships/image" Target="/ppt/media/image16.png" Id="R31d734da27b14dc2" /><Relationship Type="http://schemas.openxmlformats.org/officeDocument/2006/relationships/notesSlide" Target="/ppt/notesSlides/notesSlide19.xml" Id="Rb6f07ea1592246f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ca9af853a34000" /><Relationship Type="http://schemas.openxmlformats.org/officeDocument/2006/relationships/image" Target="/ppt/media/image17.png" Id="R7163554f51e34943" /><Relationship Type="http://schemas.openxmlformats.org/officeDocument/2006/relationships/notesSlide" Target="/ppt/notesSlides/notesSlide20.xml" Id="R00b0ac6a963b4d4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9e897debd0493e" /><Relationship Type="http://schemas.openxmlformats.org/officeDocument/2006/relationships/image" Target="/ppt/media/image18.png" Id="R821f26e5e03b4c83" /><Relationship Type="http://schemas.openxmlformats.org/officeDocument/2006/relationships/notesSlide" Target="/ppt/notesSlides/notesSlide21.xml" Id="R988e10fb24a3451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e68d846aeb4746" /><Relationship Type="http://schemas.openxmlformats.org/officeDocument/2006/relationships/image" Target="/ppt/media/image19.png" Id="R9e7bfbf3c15b4d31" /><Relationship Type="http://schemas.openxmlformats.org/officeDocument/2006/relationships/notesSlide" Target="/ppt/notesSlides/notesSlide22.xml" Id="R05678734013f4e0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f3fa1574f54bcb" /><Relationship Type="http://schemas.openxmlformats.org/officeDocument/2006/relationships/image" Target="/ppt/media/image20.png" Id="R16fd93c3d3dd4aa4" /><Relationship Type="http://schemas.openxmlformats.org/officeDocument/2006/relationships/notesSlide" Target="/ppt/notesSlides/notesSlide23.xml" Id="R592eee36ce3f414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46e996a8234704" /><Relationship Type="http://schemas.openxmlformats.org/officeDocument/2006/relationships/notesSlide" Target="/ppt/notesSlides/notesSlide24.xml" Id="R0aa3f90ad02c42e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7603aa6b0741fd" /><Relationship Type="http://schemas.openxmlformats.org/officeDocument/2006/relationships/image" Target="/ppt/media/image21.png" Id="R0cdd6537a8b54788" /><Relationship Type="http://schemas.openxmlformats.org/officeDocument/2006/relationships/notesSlide" Target="/ppt/notesSlides/notesSlide25.xml" Id="R7f3561193a7741c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e69e0d91634c77" /><Relationship Type="http://schemas.openxmlformats.org/officeDocument/2006/relationships/image" Target="/ppt/media/image22.png" Id="R580893091fa1499c" /><Relationship Type="http://schemas.openxmlformats.org/officeDocument/2006/relationships/notesSlide" Target="/ppt/notesSlides/notesSlide26.xml" Id="R6d5a40a762d3446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2bf3e45cd74f45" /><Relationship Type="http://schemas.openxmlformats.org/officeDocument/2006/relationships/image" Target="/ppt/media/image23.png" Id="Rd3e49d1c8442490e" /><Relationship Type="http://schemas.openxmlformats.org/officeDocument/2006/relationships/notesSlide" Target="/ppt/notesSlides/notesSlide27.xml" Id="R01726a507222499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a3f535d15a4898" /><Relationship Type="http://schemas.openxmlformats.org/officeDocument/2006/relationships/image" Target="/ppt/media/image24.png" Id="R3dd43393dbe24b41" /><Relationship Type="http://schemas.openxmlformats.org/officeDocument/2006/relationships/notesSlide" Target="/ppt/notesSlides/notesSlide28.xml" Id="Rc3949f6911a94de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e5fa35fb3e4c36" /><Relationship Type="http://schemas.openxmlformats.org/officeDocument/2006/relationships/image" Target="/ppt/media/image25.png" Id="Rc35fb6246e7241a6" /><Relationship Type="http://schemas.openxmlformats.org/officeDocument/2006/relationships/notesSlide" Target="/ppt/notesSlides/notesSlide29.xml" Id="Rac180109000d479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7f577749db4253" /><Relationship Type="http://schemas.openxmlformats.org/officeDocument/2006/relationships/image" Target="/ppt/media/image26.png" Id="Rde1d59b2e41842fe" /><Relationship Type="http://schemas.openxmlformats.org/officeDocument/2006/relationships/notesSlide" Target="/ppt/notesSlides/notesSlide30.xml" Id="Rd999e12500e44a0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1885af4d074b83" /><Relationship Type="http://schemas.openxmlformats.org/officeDocument/2006/relationships/image" Target="/ppt/media/image27.png" Id="Rf3f5a15612b94b05" /><Relationship Type="http://schemas.openxmlformats.org/officeDocument/2006/relationships/notesSlide" Target="/ppt/notesSlides/notesSlide31.xml" Id="R22ab5acb6123437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324e6878a04d0b" /><Relationship Type="http://schemas.openxmlformats.org/officeDocument/2006/relationships/notesSlide" Target="/ppt/notesSlides/notesSlide32.xml" Id="R92b4441adee64d3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37130ed2b84d51" /><Relationship Type="http://schemas.openxmlformats.org/officeDocument/2006/relationships/image" Target="/ppt/media/image28.png" Id="R1023881b4cfa4941" /><Relationship Type="http://schemas.openxmlformats.org/officeDocument/2006/relationships/notesSlide" Target="/ppt/notesSlides/notesSlide33.xml" Id="R6b1f7238f45f433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f3144feca94371" /><Relationship Type="http://schemas.openxmlformats.org/officeDocument/2006/relationships/image" Target="/ppt/media/image29.png" Id="Rf092e9aec4d644e1" /><Relationship Type="http://schemas.openxmlformats.org/officeDocument/2006/relationships/notesSlide" Target="/ppt/notesSlides/notesSlide34.xml" Id="Rd3aa26ca6e6a4858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aced9fd8494795" /><Relationship Type="http://schemas.openxmlformats.org/officeDocument/2006/relationships/image" Target="/ppt/media/image30.png" Id="R23e7f0d888d546bd" /><Relationship Type="http://schemas.openxmlformats.org/officeDocument/2006/relationships/notesSlide" Target="/ppt/notesSlides/notesSlide35.xml" Id="Rcac5b67ad9354ff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00aadeb1f4f04" /><Relationship Type="http://schemas.openxmlformats.org/officeDocument/2006/relationships/image" Target="/ppt/media/image31.png" Id="R3ce4f0fedb324fb9" /><Relationship Type="http://schemas.openxmlformats.org/officeDocument/2006/relationships/notesSlide" Target="/ppt/notesSlides/notesSlide36.xml" Id="Rd513a1318bc64d24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1f721dd1cb42da" /><Relationship Type="http://schemas.openxmlformats.org/officeDocument/2006/relationships/image" Target="/ppt/media/image32.png" Id="R666389a371ce490f" /><Relationship Type="http://schemas.openxmlformats.org/officeDocument/2006/relationships/notesSlide" Target="/ppt/notesSlides/notesSlide37.xml" Id="Rf5f45e6ec1824a81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2087248dd74edf" /><Relationship Type="http://schemas.openxmlformats.org/officeDocument/2006/relationships/image" Target="/ppt/media/image33.png" Id="R942ea08038f44f79" /><Relationship Type="http://schemas.openxmlformats.org/officeDocument/2006/relationships/notesSlide" Target="/ppt/notesSlides/notesSlide38.xml" Id="R39d9948b5b0c4573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ab2d448b2444e6" /><Relationship Type="http://schemas.openxmlformats.org/officeDocument/2006/relationships/image" Target="/ppt/media/image34.png" Id="Ra120cd7f34244dee" /><Relationship Type="http://schemas.openxmlformats.org/officeDocument/2006/relationships/notesSlide" Target="/ppt/notesSlides/notesSlide39.xml" Id="R15f7c6dbb5fb40fe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0c6f1946d445bc" /><Relationship Type="http://schemas.openxmlformats.org/officeDocument/2006/relationships/image" Target="/ppt/media/image35.png" Id="Rf7ce139f24be4172" /><Relationship Type="http://schemas.openxmlformats.org/officeDocument/2006/relationships/notesSlide" Target="/ppt/notesSlides/notesSlide40.xml" Id="R98f741303ff24e34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245d96d0a54007" /><Relationship Type="http://schemas.openxmlformats.org/officeDocument/2006/relationships/image" Target="/ppt/media/image36.png" Id="Rfd59ce9217924583" /><Relationship Type="http://schemas.openxmlformats.org/officeDocument/2006/relationships/notesSlide" Target="/ppt/notesSlides/notesSlide41.xml" Id="Rffb3955eb5e040d6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4e4176a51d47a5" /><Relationship Type="http://schemas.openxmlformats.org/officeDocument/2006/relationships/notesSlide" Target="/ppt/notesSlides/notesSlide42.xml" Id="R0094f2964dab4fc5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3060dddc0a485d" /><Relationship Type="http://schemas.openxmlformats.org/officeDocument/2006/relationships/image" Target="/ppt/media/image37.png" Id="R270a451bf8904d1b" /><Relationship Type="http://schemas.openxmlformats.org/officeDocument/2006/relationships/notesSlide" Target="/ppt/notesSlides/notesSlide43.xml" Id="Rf4478a5b40474951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bfbefce12640bf" /><Relationship Type="http://schemas.openxmlformats.org/officeDocument/2006/relationships/image" Target="/ppt/media/image38.png" Id="R0acb3674a37c40a6" /><Relationship Type="http://schemas.openxmlformats.org/officeDocument/2006/relationships/notesSlide" Target="/ppt/notesSlides/notesSlide44.xml" Id="Raf04c3d3adc545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2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08024C-14A0-4FD8-8DD9-93949C04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3820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4F7F7"/>
                </a:solidFill>
              </a:defRPr>
            </a:pPr>
            <a:r>
              <a:rPr sz="4200" b="1">
                <a:solidFill>
                  <a:srgbClr val="F4F7F7"/>
                </a:solidFill>
              </a:rPr>
              <a:t>FERO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4B7B52-5A5A-4315-9777-6706206D3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838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7F7"/>
                </a:solidFill>
              </a:defRPr>
            </a:pPr>
            <a:r>
              <a:rPr sz="3600" b="1">
                <a:solidFill>
                  <a:srgbClr val="F4F7F7"/>
                </a:solidFill>
              </a:rPr>
              <a:t>Onboarding &amp; Invite User Journeys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82D3F6-93E7-4F5E-B957-30EFA13B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8096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94A3A7"/>
                </a:solidFill>
              </a:defRPr>
            </a:pPr>
            <a:r>
              <a:rPr sz="1650" b="0">
                <a:solidFill>
                  <a:srgbClr val="94A3A7"/>
                </a:solidFill>
              </a:rPr>
              <a:t>Real preview-app captures for team review. Backend data is fixture-driven only for repeatable screenshots.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A3AECE-0695-4F90-853D-4A36C010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816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ECFC7"/>
                </a:solidFill>
              </a:defRPr>
            </a:pPr>
            <a:r>
              <a:rPr sz="1200" b="0">
                <a:solidFill>
                  <a:srgbClr val="4ECFC7"/>
                </a:solidFill>
              </a:rPr>
              <a:t>Generated 13 Aug 2026</a:t>
            </a:r>
          </a:p>
        </p:txBody>
      </p:sp>
    </p:spTree>
    <p:extLst>
      <p:ext uri="{BB962C8B-B14F-4D97-AF65-F5344CB8AC3E}">
        <p14:creationId xmlns:p14="http://schemas.microsoft.com/office/powerpoint/2010/main" val="9872570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2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216DF9-93DF-4F47-9390-57C567FF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4864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102220"/>
          </a:solidFill>
          <a:ln xmlns:a="http://schemas.openxmlformats.org/drawingml/2006/main" w="9525">
            <a:solidFill>
              <a:srgbClr val="17383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214424-BCC8-42B9-B384-5C0C9902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2001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ECFC7"/>
                </a:solidFill>
              </a:defRPr>
            </a:pPr>
            <a:r>
              <a:rPr sz="1050" b="1">
                <a:solidFill>
                  <a:srgbClr val="4ECFC7"/>
                </a:solidFill>
              </a:rPr>
              <a:t>FERO USER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D031A6-DB54-462A-BB6E-97E6BF24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95500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7F7"/>
                </a:solidFill>
              </a:defRPr>
            </a:pPr>
            <a:r>
              <a:rPr sz="3600" b="1">
                <a:solidFill>
                  <a:srgbClr val="F4F7F7"/>
                </a:solidFill>
              </a:rPr>
              <a:t>Cold User: Create a Bloc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C0E4C3-89FA-417D-A9C4-9628A70E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67050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94A3A7"/>
                </a:solidFill>
              </a:defRPr>
            </a:pPr>
            <a:r>
              <a:rPr sz="1650" b="0">
                <a:solidFill>
                  <a:srgbClr val="94A3A7"/>
                </a:solidFill>
              </a:rPr>
              <a:t>First install -&gt; onboarding -&gt; create Bloc -&gt; auth -&gt; display name/photo -&gt; lands inside Bloc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DFBA86-2DE6-46D8-926E-8400D58E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01015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4ECFC7"/>
                </a:solidFill>
              </a:defRPr>
            </a:pPr>
            <a:r>
              <a:rPr sz="1500" b="1">
                <a:solidFill>
                  <a:srgbClr val="4ECFC7"/>
                </a:solidFill>
              </a:rPr>
              <a:t>1 / 5</a:t>
            </a:r>
          </a:p>
        </p:txBody>
      </p:sp>
    </p:spTree>
    <p:extLst>
      <p:ext uri="{BB962C8B-B14F-4D97-AF65-F5344CB8AC3E}">
        <p14:creationId xmlns:p14="http://schemas.microsoft.com/office/powerpoint/2010/main" val="5839079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2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230716-98A4-4A49-8325-53E3D63A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7"/>
                </a:solidFill>
              </a:defRPr>
            </a:pPr>
            <a:r>
              <a:rPr sz="2550" b="1">
                <a:solidFill>
                  <a:srgbClr val="F4F7F7"/>
                </a:solidFill>
              </a:rPr>
              <a:t>FERO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0BD1EA-E444-4296-8197-35567D26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CFC7"/>
                </a:solidFill>
              </a:defRPr>
            </a:pPr>
            <a:r>
              <a:rPr sz="900" b="1">
                <a:solidFill>
                  <a:srgbClr val="4ECFC7"/>
                </a:solidFill>
              </a:rPr>
              <a:t>COLD USER: CREATE A BLOC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DACB97-DDA3-42A3-BE2F-09328560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81100"/>
            <a:ext cx="371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7"/>
                </a:solidFill>
              </a:defRPr>
            </a:pPr>
            <a:r>
              <a:rPr sz="2100" b="1">
                <a:solidFill>
                  <a:srgbClr val="F4F7F7"/>
                </a:solidFill>
              </a:rPr>
              <a:t>01 Onboarding Leaderboard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2D2FA3-F7E8-4474-8705-F4A62DC7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81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1 of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6AA8F6-73F0-48D6-8CDD-D600A224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38" y="238125"/>
            <a:ext cx="3111425" cy="6400800"/>
          </a:xfrm>
          <a:prstGeom xmlns:a="http://schemas.openxmlformats.org/drawingml/2006/main" prst="roundRect">
            <a:avLst>
              <a:gd name="adj" fmla="val 7347"/>
            </a:avLst>
          </a:prstGeom>
          <a:solidFill xmlns:a="http://schemas.openxmlformats.org/drawingml/2006/main">
            <a:srgbClr val="06100F"/>
          </a:solidFill>
          <a:ln xmlns:a="http://schemas.openxmlformats.org/drawingml/2006/main" w="19050">
            <a:solidFill>
              <a:srgbClr val="17383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682c5de8d44a22"/>
          <a:stretch xmlns:a="http://schemas.openxmlformats.org/drawingml/2006/main"/>
        </p:blipFill>
        <p:spPr>
          <a:xfrm xmlns:a="http://schemas.openxmlformats.org/drawingml/2006/main">
            <a:off x="4778413" y="381000"/>
            <a:ext cx="2825675" cy="6115050"/>
          </a:xfrm>
          <a:prstGeom xmlns:a="http://schemas.openxmlformats.org/drawingml/2006/main" prst="roundRect">
            <a:avLst>
              <a:gd name="adj" fmla="val 539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C6F8D0-DD02-4287-8891-DAC347D4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810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Captured from the real preview app UI</a:t>
            </a:r>
          </a:p>
        </p:txBody>
      </p:sp>
    </p:spTree>
    <p:extLst>
      <p:ext uri="{BB962C8B-B14F-4D97-AF65-F5344CB8AC3E}">
        <p14:creationId xmlns:p14="http://schemas.microsoft.com/office/powerpoint/2010/main" val="677455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2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105383-BF84-4BBD-B47B-67068B63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7"/>
                </a:solidFill>
              </a:defRPr>
            </a:pPr>
            <a:r>
              <a:rPr sz="2550" b="1">
                <a:solidFill>
                  <a:srgbClr val="F4F7F7"/>
                </a:solidFill>
              </a:rPr>
              <a:t>FERO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23A148-E29B-41E3-B1E5-CA8F3A82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CFC7"/>
                </a:solidFill>
              </a:defRPr>
            </a:pPr>
            <a:r>
              <a:rPr sz="900" b="1">
                <a:solidFill>
                  <a:srgbClr val="4ECFC7"/>
                </a:solidFill>
              </a:rPr>
              <a:t>COLD USER: CREATE A BLOC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069D12-9D77-454A-A649-AFC3C1C4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81100"/>
            <a:ext cx="371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7"/>
                </a:solidFill>
              </a:defRPr>
            </a:pPr>
            <a:r>
              <a:rPr sz="2100" b="1">
                <a:solidFill>
                  <a:srgbClr val="F4F7F7"/>
                </a:solidFill>
              </a:rPr>
              <a:t>02 Onboarding Activity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1DBF8B-8802-4587-84B2-B66715F9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81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2 of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168531-F2B7-446C-8CD7-EF79F5A6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38" y="238125"/>
            <a:ext cx="3111425" cy="6400800"/>
          </a:xfrm>
          <a:prstGeom xmlns:a="http://schemas.openxmlformats.org/drawingml/2006/main" prst="roundRect">
            <a:avLst>
              <a:gd name="adj" fmla="val 7347"/>
            </a:avLst>
          </a:prstGeom>
          <a:solidFill xmlns:a="http://schemas.openxmlformats.org/drawingml/2006/main">
            <a:srgbClr val="06100F"/>
          </a:solidFill>
          <a:ln xmlns:a="http://schemas.openxmlformats.org/drawingml/2006/main" w="19050">
            <a:solidFill>
              <a:srgbClr val="17383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668f56a6734e1e"/>
          <a:stretch xmlns:a="http://schemas.openxmlformats.org/drawingml/2006/main"/>
        </p:blipFill>
        <p:spPr>
          <a:xfrm xmlns:a="http://schemas.openxmlformats.org/drawingml/2006/main">
            <a:off x="4778413" y="381000"/>
            <a:ext cx="2825675" cy="6115050"/>
          </a:xfrm>
          <a:prstGeom xmlns:a="http://schemas.openxmlformats.org/drawingml/2006/main" prst="roundRect">
            <a:avLst>
              <a:gd name="adj" fmla="val 539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7078EA-9880-43BD-BACD-E9BBBE91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810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Captured from the real preview app UI</a:t>
            </a:r>
          </a:p>
        </p:txBody>
      </p:sp>
    </p:spTree>
    <p:extLst>
      <p:ext uri="{BB962C8B-B14F-4D97-AF65-F5344CB8AC3E}">
        <p14:creationId xmlns:p14="http://schemas.microsoft.com/office/powerpoint/2010/main" val="3209928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2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FC9C07-DB03-4107-8D3E-E3374943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7"/>
                </a:solidFill>
              </a:defRPr>
            </a:pPr>
            <a:r>
              <a:rPr sz="2550" b="1">
                <a:solidFill>
                  <a:srgbClr val="F4F7F7"/>
                </a:solidFill>
              </a:rPr>
              <a:t>FERO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7329BA-6E6F-4474-8F61-D8E01562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CFC7"/>
                </a:solidFill>
              </a:defRPr>
            </a:pPr>
            <a:r>
              <a:rPr sz="900" b="1">
                <a:solidFill>
                  <a:srgbClr val="4ECFC7"/>
                </a:solidFill>
              </a:rPr>
              <a:t>COLD USER: CREATE A BLOC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A854B9-9DF2-4F3F-89E7-32D89B88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81100"/>
            <a:ext cx="371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7"/>
                </a:solidFill>
              </a:defRPr>
            </a:pPr>
            <a:r>
              <a:rPr sz="2100" b="1">
                <a:solidFill>
                  <a:srgbClr val="F4F7F7"/>
                </a:solidFill>
              </a:rPr>
              <a:t>03 Onboarding Settlement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DDE77C-8F1E-44F7-921E-768550F4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81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3 of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13BC20-17AE-4C5F-92ED-12E7C5D2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38" y="238125"/>
            <a:ext cx="3111425" cy="6400800"/>
          </a:xfrm>
          <a:prstGeom xmlns:a="http://schemas.openxmlformats.org/drawingml/2006/main" prst="roundRect">
            <a:avLst>
              <a:gd name="adj" fmla="val 7347"/>
            </a:avLst>
          </a:prstGeom>
          <a:solidFill xmlns:a="http://schemas.openxmlformats.org/drawingml/2006/main">
            <a:srgbClr val="06100F"/>
          </a:solidFill>
          <a:ln xmlns:a="http://schemas.openxmlformats.org/drawingml/2006/main" w="19050">
            <a:solidFill>
              <a:srgbClr val="17383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e34f6c0ec54ca0"/>
          <a:stretch xmlns:a="http://schemas.openxmlformats.org/drawingml/2006/main"/>
        </p:blipFill>
        <p:spPr>
          <a:xfrm xmlns:a="http://schemas.openxmlformats.org/drawingml/2006/main">
            <a:off x="4778413" y="381000"/>
            <a:ext cx="2825675" cy="6115050"/>
          </a:xfrm>
          <a:prstGeom xmlns:a="http://schemas.openxmlformats.org/drawingml/2006/main" prst="roundRect">
            <a:avLst>
              <a:gd name="adj" fmla="val 539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2D9E48-2A50-4F40-B246-28440087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810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Captured from the real preview app UI</a:t>
            </a:r>
          </a:p>
        </p:txBody>
      </p:sp>
    </p:spTree>
    <p:extLst>
      <p:ext uri="{BB962C8B-B14F-4D97-AF65-F5344CB8AC3E}">
        <p14:creationId xmlns:p14="http://schemas.microsoft.com/office/powerpoint/2010/main" val="6853482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2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0C2444-9DE0-4237-93E1-EC4970E5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7"/>
                </a:solidFill>
              </a:defRPr>
            </a:pPr>
            <a:r>
              <a:rPr sz="2550" b="1">
                <a:solidFill>
                  <a:srgbClr val="F4F7F7"/>
                </a:solidFill>
              </a:rPr>
              <a:t>FERO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57140A-A58F-4CD4-B9CB-11C1FDF7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CFC7"/>
                </a:solidFill>
              </a:defRPr>
            </a:pPr>
            <a:r>
              <a:rPr sz="900" b="1">
                <a:solidFill>
                  <a:srgbClr val="4ECFC7"/>
                </a:solidFill>
              </a:rPr>
              <a:t>COLD USER: CREATE A BLOC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5F53E9-D4A9-43E7-AF45-363203FF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81100"/>
            <a:ext cx="371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7"/>
                </a:solidFill>
              </a:defRPr>
            </a:pPr>
            <a:r>
              <a:rPr sz="2100" b="1">
                <a:solidFill>
                  <a:srgbClr val="F4F7F7"/>
                </a:solidFill>
              </a:rPr>
              <a:t>04 Onboarding Create Entry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06603E-C138-4A7F-8F40-52896FEDE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81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4 of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A09C40-AB19-4A26-9123-2D06E5C8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38" y="238125"/>
            <a:ext cx="3111425" cy="6400800"/>
          </a:xfrm>
          <a:prstGeom xmlns:a="http://schemas.openxmlformats.org/drawingml/2006/main" prst="roundRect">
            <a:avLst>
              <a:gd name="adj" fmla="val 7347"/>
            </a:avLst>
          </a:prstGeom>
          <a:solidFill xmlns:a="http://schemas.openxmlformats.org/drawingml/2006/main">
            <a:srgbClr val="06100F"/>
          </a:solidFill>
          <a:ln xmlns:a="http://schemas.openxmlformats.org/drawingml/2006/main" w="19050">
            <a:solidFill>
              <a:srgbClr val="17383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3a9ddf97b74c7d"/>
          <a:stretch xmlns:a="http://schemas.openxmlformats.org/drawingml/2006/main"/>
        </p:blipFill>
        <p:spPr>
          <a:xfrm xmlns:a="http://schemas.openxmlformats.org/drawingml/2006/main">
            <a:off x="4778413" y="381000"/>
            <a:ext cx="2825675" cy="6115050"/>
          </a:xfrm>
          <a:prstGeom xmlns:a="http://schemas.openxmlformats.org/drawingml/2006/main" prst="roundRect">
            <a:avLst>
              <a:gd name="adj" fmla="val 539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CAB0AC-445F-4719-9468-D3DDFCDB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810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Captured from the real preview app UI</a:t>
            </a:r>
          </a:p>
        </p:txBody>
      </p:sp>
    </p:spTree>
    <p:extLst>
      <p:ext uri="{BB962C8B-B14F-4D97-AF65-F5344CB8AC3E}">
        <p14:creationId xmlns:p14="http://schemas.microsoft.com/office/powerpoint/2010/main" val="9075924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2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FE91CD-B7B2-4811-9C0B-255B0EB6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7"/>
                </a:solidFill>
              </a:defRPr>
            </a:pPr>
            <a:r>
              <a:rPr sz="2550" b="1">
                <a:solidFill>
                  <a:srgbClr val="F4F7F7"/>
                </a:solidFill>
              </a:rPr>
              <a:t>FERO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6347E9-C70F-46A9-BD9D-28EE7FDF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CFC7"/>
                </a:solidFill>
              </a:defRPr>
            </a:pPr>
            <a:r>
              <a:rPr sz="900" b="1">
                <a:solidFill>
                  <a:srgbClr val="4ECFC7"/>
                </a:solidFill>
              </a:rPr>
              <a:t>COLD USER: CREATE A BLOC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532D47-FC17-4B5A-B9E5-8611490E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81100"/>
            <a:ext cx="371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7"/>
                </a:solidFill>
              </a:defRPr>
            </a:pPr>
            <a:r>
              <a:rPr sz="2100" b="1">
                <a:solidFill>
                  <a:srgbClr val="F4F7F7"/>
                </a:solidFill>
              </a:rPr>
              <a:t>05 Onboarding Create Entry Filled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40E104-6D90-4805-BF9C-B1BB3F59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81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5 of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AA1CD4-80F1-48AD-B99C-2DBF1518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38" y="238125"/>
            <a:ext cx="3111425" cy="6400800"/>
          </a:xfrm>
          <a:prstGeom xmlns:a="http://schemas.openxmlformats.org/drawingml/2006/main" prst="roundRect">
            <a:avLst>
              <a:gd name="adj" fmla="val 7347"/>
            </a:avLst>
          </a:prstGeom>
          <a:solidFill xmlns:a="http://schemas.openxmlformats.org/drawingml/2006/main">
            <a:srgbClr val="06100F"/>
          </a:solidFill>
          <a:ln xmlns:a="http://schemas.openxmlformats.org/drawingml/2006/main" w="19050">
            <a:solidFill>
              <a:srgbClr val="17383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0ade0d5c8a4b50"/>
          <a:stretch xmlns:a="http://schemas.openxmlformats.org/drawingml/2006/main"/>
        </p:blipFill>
        <p:spPr>
          <a:xfrm xmlns:a="http://schemas.openxmlformats.org/drawingml/2006/main">
            <a:off x="4778413" y="381000"/>
            <a:ext cx="2825675" cy="6115050"/>
          </a:xfrm>
          <a:prstGeom xmlns:a="http://schemas.openxmlformats.org/drawingml/2006/main" prst="roundRect">
            <a:avLst>
              <a:gd name="adj" fmla="val 539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2C5B87-F9BB-4B68-9705-035FA7B0F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810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Captured from the real preview app UI</a:t>
            </a:r>
          </a:p>
        </p:txBody>
      </p:sp>
    </p:spTree>
    <p:extLst>
      <p:ext uri="{BB962C8B-B14F-4D97-AF65-F5344CB8AC3E}">
        <p14:creationId xmlns:p14="http://schemas.microsoft.com/office/powerpoint/2010/main" val="6790516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2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1D12D4-A187-4E66-9687-CC7184C2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7"/>
                </a:solidFill>
              </a:defRPr>
            </a:pPr>
            <a:r>
              <a:rPr sz="2550" b="1">
                <a:solidFill>
                  <a:srgbClr val="F4F7F7"/>
                </a:solidFill>
              </a:rPr>
              <a:t>FERO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E4B2C3-0E14-4C86-82BB-0865DA31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CFC7"/>
                </a:solidFill>
              </a:defRPr>
            </a:pPr>
            <a:r>
              <a:rPr sz="900" b="1">
                <a:solidFill>
                  <a:srgbClr val="4ECFC7"/>
                </a:solidFill>
              </a:rPr>
              <a:t>COLD USER: CREATE A BLOC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F8D8C2-A617-4AE2-B9F6-821B40C0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81100"/>
            <a:ext cx="371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7"/>
                </a:solidFill>
              </a:defRPr>
            </a:pPr>
            <a:r>
              <a:rPr sz="2100" b="1">
                <a:solidFill>
                  <a:srgbClr val="F4F7F7"/>
                </a:solidFill>
              </a:rPr>
              <a:t>06 Create Bloc Modal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7D8BA9-FAC5-4976-B484-76A8479A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81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6 of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D59505-8296-4E5D-8CEF-C79EE729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38" y="238125"/>
            <a:ext cx="3111425" cy="6400800"/>
          </a:xfrm>
          <a:prstGeom xmlns:a="http://schemas.openxmlformats.org/drawingml/2006/main" prst="roundRect">
            <a:avLst>
              <a:gd name="adj" fmla="val 7347"/>
            </a:avLst>
          </a:prstGeom>
          <a:solidFill xmlns:a="http://schemas.openxmlformats.org/drawingml/2006/main">
            <a:srgbClr val="06100F"/>
          </a:solidFill>
          <a:ln xmlns:a="http://schemas.openxmlformats.org/drawingml/2006/main" w="19050">
            <a:solidFill>
              <a:srgbClr val="17383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eee9eecd924433"/>
          <a:stretch xmlns:a="http://schemas.openxmlformats.org/drawingml/2006/main"/>
        </p:blipFill>
        <p:spPr>
          <a:xfrm xmlns:a="http://schemas.openxmlformats.org/drawingml/2006/main">
            <a:off x="4778413" y="381000"/>
            <a:ext cx="2825675" cy="6115050"/>
          </a:xfrm>
          <a:prstGeom xmlns:a="http://schemas.openxmlformats.org/drawingml/2006/main" prst="roundRect">
            <a:avLst>
              <a:gd name="adj" fmla="val 539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D96B9A-3D2B-4A84-8321-80748A57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810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Captured from the real preview app UI</a:t>
            </a:r>
          </a:p>
        </p:txBody>
      </p:sp>
    </p:spTree>
    <p:extLst>
      <p:ext uri="{BB962C8B-B14F-4D97-AF65-F5344CB8AC3E}">
        <p14:creationId xmlns:p14="http://schemas.microsoft.com/office/powerpoint/2010/main" val="16357160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12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B00A6E-E0D3-4101-9C20-0C0698B6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7"/>
                </a:solidFill>
              </a:defRPr>
            </a:pPr>
            <a:r>
              <a:rPr sz="2550" b="1">
                <a:solidFill>
                  <a:srgbClr val="F4F7F7"/>
                </a:solidFill>
              </a:rPr>
              <a:t>FERO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B69D57-BED2-4EAA-97CC-BC38885E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CFC7"/>
                </a:solidFill>
              </a:defRPr>
            </a:pPr>
            <a:r>
              <a:rPr sz="900" b="1">
                <a:solidFill>
                  <a:srgbClr val="4ECFC7"/>
                </a:solidFill>
              </a:rPr>
              <a:t>COLD USER: CREATE A BLOC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67D7A6-DA4A-4DF3-9B72-91227FC2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81100"/>
            <a:ext cx="371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7"/>
                </a:solidFill>
              </a:defRPr>
            </a:pPr>
            <a:r>
              <a:rPr sz="2100" b="1">
                <a:solidFill>
                  <a:srgbClr val="F4F7F7"/>
                </a:solidFill>
              </a:rPr>
              <a:t>07 Sign In First Email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2B6B9A-2454-440E-95B8-91FA7C45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81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7 of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763FA9-953D-4848-A95F-E19B7E5DE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38" y="238125"/>
            <a:ext cx="3111425" cy="6400800"/>
          </a:xfrm>
          <a:prstGeom xmlns:a="http://schemas.openxmlformats.org/drawingml/2006/main" prst="roundRect">
            <a:avLst>
              <a:gd name="adj" fmla="val 7347"/>
            </a:avLst>
          </a:prstGeom>
          <a:solidFill xmlns:a="http://schemas.openxmlformats.org/drawingml/2006/main">
            <a:srgbClr val="06100F"/>
          </a:solidFill>
          <a:ln xmlns:a="http://schemas.openxmlformats.org/drawingml/2006/main" w="19050">
            <a:solidFill>
              <a:srgbClr val="17383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b6a40a6b6e4991"/>
          <a:stretch xmlns:a="http://schemas.openxmlformats.org/drawingml/2006/main"/>
        </p:blipFill>
        <p:spPr>
          <a:xfrm xmlns:a="http://schemas.openxmlformats.org/drawingml/2006/main">
            <a:off x="4778413" y="381000"/>
            <a:ext cx="2825675" cy="6115050"/>
          </a:xfrm>
          <a:prstGeom xmlns:a="http://schemas.openxmlformats.org/drawingml/2006/main" prst="roundRect">
            <a:avLst>
              <a:gd name="adj" fmla="val 539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87948F-C1FF-4CAE-BD9B-F9F26886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810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Captured from the real preview app UI</a:t>
            </a:r>
          </a:p>
        </p:txBody>
      </p:sp>
    </p:spTree>
    <p:extLst>
      <p:ext uri="{BB962C8B-B14F-4D97-AF65-F5344CB8AC3E}">
        <p14:creationId xmlns:p14="http://schemas.microsoft.com/office/powerpoint/2010/main" val="2913944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12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B82F08-2AD1-46AE-B0EC-BFDC19CB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7"/>
                </a:solidFill>
              </a:defRPr>
            </a:pPr>
            <a:r>
              <a:rPr sz="2550" b="1">
                <a:solidFill>
                  <a:srgbClr val="F4F7F7"/>
                </a:solidFill>
              </a:rPr>
              <a:t>FERO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CF2C33-3E44-4D27-AA7C-52806D0C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CFC7"/>
                </a:solidFill>
              </a:defRPr>
            </a:pPr>
            <a:r>
              <a:rPr sz="900" b="1">
                <a:solidFill>
                  <a:srgbClr val="4ECFC7"/>
                </a:solidFill>
              </a:rPr>
              <a:t>COLD USER: CREATE A BLOC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7931F2-26EB-4041-8CA3-8CC027852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81100"/>
            <a:ext cx="371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7"/>
                </a:solidFill>
              </a:defRPr>
            </a:pPr>
            <a:r>
              <a:rPr sz="2100" b="1">
                <a:solidFill>
                  <a:srgbClr val="F4F7F7"/>
                </a:solidFill>
              </a:rPr>
              <a:t>08 Otp Code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79A122-A13F-4DCC-A3F7-19295B28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81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8 of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5E3B0C-C9DD-429C-9534-26AF76FD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38" y="238125"/>
            <a:ext cx="3111425" cy="6400800"/>
          </a:xfrm>
          <a:prstGeom xmlns:a="http://schemas.openxmlformats.org/drawingml/2006/main" prst="roundRect">
            <a:avLst>
              <a:gd name="adj" fmla="val 7347"/>
            </a:avLst>
          </a:prstGeom>
          <a:solidFill xmlns:a="http://schemas.openxmlformats.org/drawingml/2006/main">
            <a:srgbClr val="06100F"/>
          </a:solidFill>
          <a:ln xmlns:a="http://schemas.openxmlformats.org/drawingml/2006/main" w="19050">
            <a:solidFill>
              <a:srgbClr val="17383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cf2151e2f54303"/>
          <a:stretch xmlns:a="http://schemas.openxmlformats.org/drawingml/2006/main"/>
        </p:blipFill>
        <p:spPr>
          <a:xfrm xmlns:a="http://schemas.openxmlformats.org/drawingml/2006/main">
            <a:off x="4778413" y="381000"/>
            <a:ext cx="2825675" cy="6115050"/>
          </a:xfrm>
          <a:prstGeom xmlns:a="http://schemas.openxmlformats.org/drawingml/2006/main" prst="roundRect">
            <a:avLst>
              <a:gd name="adj" fmla="val 539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0E09B2-0C97-4F1D-A0E1-E1C088E0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810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Captured from the real preview app UI</a:t>
            </a:r>
          </a:p>
        </p:txBody>
      </p:sp>
    </p:spTree>
    <p:extLst>
      <p:ext uri="{BB962C8B-B14F-4D97-AF65-F5344CB8AC3E}">
        <p14:creationId xmlns:p14="http://schemas.microsoft.com/office/powerpoint/2010/main" val="7742852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12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C1E8F6-9D1A-4045-A8C5-AE5C9956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7"/>
                </a:solidFill>
              </a:defRPr>
            </a:pPr>
            <a:r>
              <a:rPr sz="2550" b="1">
                <a:solidFill>
                  <a:srgbClr val="F4F7F7"/>
                </a:solidFill>
              </a:rPr>
              <a:t>FERO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D348D4-80D1-4CA1-BAAC-A04356D0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CFC7"/>
                </a:solidFill>
              </a:defRPr>
            </a:pPr>
            <a:r>
              <a:rPr sz="900" b="1">
                <a:solidFill>
                  <a:srgbClr val="4ECFC7"/>
                </a:solidFill>
              </a:rPr>
              <a:t>COLD USER: CREATE A BLOC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30C67F-6C9D-4F2B-B171-A37B69A7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81100"/>
            <a:ext cx="371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7"/>
                </a:solidFill>
              </a:defRPr>
            </a:pPr>
            <a:r>
              <a:rPr sz="2100" b="1">
                <a:solidFill>
                  <a:srgbClr val="F4F7F7"/>
                </a:solidFill>
              </a:rPr>
              <a:t>09 Display Name Photo Empty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1A3189-66B1-46AE-B344-76A05F22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81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9 of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CCA5E5-73AC-4A09-9916-86190C6F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38" y="238125"/>
            <a:ext cx="3111425" cy="6400800"/>
          </a:xfrm>
          <a:prstGeom xmlns:a="http://schemas.openxmlformats.org/drawingml/2006/main" prst="roundRect">
            <a:avLst>
              <a:gd name="adj" fmla="val 7347"/>
            </a:avLst>
          </a:prstGeom>
          <a:solidFill xmlns:a="http://schemas.openxmlformats.org/drawingml/2006/main">
            <a:srgbClr val="06100F"/>
          </a:solidFill>
          <a:ln xmlns:a="http://schemas.openxmlformats.org/drawingml/2006/main" w="19050">
            <a:solidFill>
              <a:srgbClr val="17383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ee5f4ea86b4a99"/>
          <a:stretch xmlns:a="http://schemas.openxmlformats.org/drawingml/2006/main"/>
        </p:blipFill>
        <p:spPr>
          <a:xfrm xmlns:a="http://schemas.openxmlformats.org/drawingml/2006/main">
            <a:off x="4778413" y="381000"/>
            <a:ext cx="2825675" cy="6115050"/>
          </a:xfrm>
          <a:prstGeom xmlns:a="http://schemas.openxmlformats.org/drawingml/2006/main" prst="roundRect">
            <a:avLst>
              <a:gd name="adj" fmla="val 539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E5F8B7-8899-405E-B069-13A4A61F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810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Captured from the real preview app UI</a:t>
            </a:r>
          </a:p>
        </p:txBody>
      </p:sp>
    </p:spTree>
    <p:extLst>
      <p:ext uri="{BB962C8B-B14F-4D97-AF65-F5344CB8AC3E}">
        <p14:creationId xmlns:p14="http://schemas.microsoft.com/office/powerpoint/2010/main" val="15782163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12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0683EB-3E1E-462B-8B73-DF2A17AB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7"/>
                </a:solidFill>
              </a:defRPr>
            </a:pPr>
            <a:r>
              <a:rPr sz="2550" b="1">
                <a:solidFill>
                  <a:srgbClr val="F4F7F7"/>
                </a:solidFill>
              </a:rPr>
              <a:t>FERO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EAF9B8-DAEA-4F34-9985-715AA1C7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CFC7"/>
                </a:solidFill>
              </a:defRPr>
            </a:pPr>
            <a:r>
              <a:rPr sz="900" b="1">
                <a:solidFill>
                  <a:srgbClr val="4ECFC7"/>
                </a:solidFill>
              </a:rPr>
              <a:t>COLD USER: CREATE A BLOC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8599AE-69A3-4B4E-9CEB-C40AF480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81100"/>
            <a:ext cx="371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7"/>
                </a:solidFill>
              </a:defRPr>
            </a:pPr>
            <a:r>
              <a:rPr sz="2100" b="1">
                <a:solidFill>
                  <a:srgbClr val="F4F7F7"/>
                </a:solidFill>
              </a:rPr>
              <a:t>10 Display Name Photo Filled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5D852C-8097-48AE-B2C1-8B0D74B4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81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10 of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848E17-5A7C-40C4-88E0-A3BEE13F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38" y="238125"/>
            <a:ext cx="3111425" cy="6400800"/>
          </a:xfrm>
          <a:prstGeom xmlns:a="http://schemas.openxmlformats.org/drawingml/2006/main" prst="roundRect">
            <a:avLst>
              <a:gd name="adj" fmla="val 7347"/>
            </a:avLst>
          </a:prstGeom>
          <a:solidFill xmlns:a="http://schemas.openxmlformats.org/drawingml/2006/main">
            <a:srgbClr val="06100F"/>
          </a:solidFill>
          <a:ln xmlns:a="http://schemas.openxmlformats.org/drawingml/2006/main" w="19050">
            <a:solidFill>
              <a:srgbClr val="17383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0428875bd94beb"/>
          <a:stretch xmlns:a="http://schemas.openxmlformats.org/drawingml/2006/main"/>
        </p:blipFill>
        <p:spPr>
          <a:xfrm xmlns:a="http://schemas.openxmlformats.org/drawingml/2006/main">
            <a:off x="4778413" y="381000"/>
            <a:ext cx="2825675" cy="6115050"/>
          </a:xfrm>
          <a:prstGeom xmlns:a="http://schemas.openxmlformats.org/drawingml/2006/main" prst="roundRect">
            <a:avLst>
              <a:gd name="adj" fmla="val 539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C84B31-05EF-43BA-9209-19B21E637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810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Captured from the real preview app UI</a:t>
            </a:r>
          </a:p>
        </p:txBody>
      </p:sp>
    </p:spTree>
    <p:extLst>
      <p:ext uri="{BB962C8B-B14F-4D97-AF65-F5344CB8AC3E}">
        <p14:creationId xmlns:p14="http://schemas.microsoft.com/office/powerpoint/2010/main" val="165955843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812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2E4C1E-7C9E-43B0-AA68-1246D118A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7"/>
                </a:solidFill>
              </a:defRPr>
            </a:pPr>
            <a:r>
              <a:rPr sz="2550" b="1">
                <a:solidFill>
                  <a:srgbClr val="F4F7F7"/>
                </a:solidFill>
              </a:rPr>
              <a:t>FERO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B3BA6A-EB6A-4F4A-929C-6BB4E5F6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CFC7"/>
                </a:solidFill>
              </a:defRPr>
            </a:pPr>
            <a:r>
              <a:rPr sz="900" b="1">
                <a:solidFill>
                  <a:srgbClr val="4ECFC7"/>
                </a:solidFill>
              </a:rPr>
              <a:t>COLD USER: CREATE A BLOC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97D8C3-2E21-4CE2-AA5B-A24220CF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81100"/>
            <a:ext cx="371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7"/>
                </a:solidFill>
              </a:defRPr>
            </a:pPr>
            <a:r>
              <a:rPr sz="2100" b="1">
                <a:solidFill>
                  <a:srgbClr val="F4F7F7"/>
                </a:solidFill>
              </a:rPr>
              <a:t>11 Progress Creating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B40B24-9636-4DCD-86F9-2C67651B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81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11 of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705AA8-5003-4179-89CE-CB0EF2B3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38" y="238125"/>
            <a:ext cx="3111425" cy="6400800"/>
          </a:xfrm>
          <a:prstGeom xmlns:a="http://schemas.openxmlformats.org/drawingml/2006/main" prst="roundRect">
            <a:avLst>
              <a:gd name="adj" fmla="val 7347"/>
            </a:avLst>
          </a:prstGeom>
          <a:solidFill xmlns:a="http://schemas.openxmlformats.org/drawingml/2006/main">
            <a:srgbClr val="06100F"/>
          </a:solidFill>
          <a:ln xmlns:a="http://schemas.openxmlformats.org/drawingml/2006/main" w="19050">
            <a:solidFill>
              <a:srgbClr val="17383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406f8f6c384181"/>
          <a:stretch xmlns:a="http://schemas.openxmlformats.org/drawingml/2006/main"/>
        </p:blipFill>
        <p:spPr>
          <a:xfrm xmlns:a="http://schemas.openxmlformats.org/drawingml/2006/main">
            <a:off x="4778413" y="381000"/>
            <a:ext cx="2825675" cy="6115050"/>
          </a:xfrm>
          <a:prstGeom xmlns:a="http://schemas.openxmlformats.org/drawingml/2006/main" prst="roundRect">
            <a:avLst>
              <a:gd name="adj" fmla="val 539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53E627-8D53-49BF-9F3B-EA6C306F6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810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Captured from the real preview app UI</a:t>
            </a:r>
          </a:p>
        </p:txBody>
      </p:sp>
    </p:spTree>
    <p:extLst>
      <p:ext uri="{BB962C8B-B14F-4D97-AF65-F5344CB8AC3E}">
        <p14:creationId xmlns:p14="http://schemas.microsoft.com/office/powerpoint/2010/main" val="7364465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812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F6C6C7-1568-4BA5-8D14-44730288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7"/>
                </a:solidFill>
              </a:defRPr>
            </a:pPr>
            <a:r>
              <a:rPr sz="2550" b="1">
                <a:solidFill>
                  <a:srgbClr val="F4F7F7"/>
                </a:solidFill>
              </a:rPr>
              <a:t>FERO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0853E1-57E4-4DCB-8874-4E487C14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CFC7"/>
                </a:solidFill>
              </a:defRPr>
            </a:pPr>
            <a:r>
              <a:rPr sz="900" b="1">
                <a:solidFill>
                  <a:srgbClr val="4ECFC7"/>
                </a:solidFill>
              </a:rPr>
              <a:t>COLD USER: CREATE A BLOC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661AE2-9AC7-4EB5-9AD9-3EE49574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81100"/>
            <a:ext cx="371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7"/>
                </a:solidFill>
              </a:defRPr>
            </a:pPr>
            <a:r>
              <a:rPr sz="2100" b="1">
                <a:solidFill>
                  <a:srgbClr val="F4F7F7"/>
                </a:solidFill>
              </a:rPr>
              <a:t>12 Landed In New Bloc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A45324-E2DD-41BF-91F4-E4EE1E3F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81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12 of 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65AC69-96F0-49AD-8559-AEC98A81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38" y="238125"/>
            <a:ext cx="3111425" cy="6400800"/>
          </a:xfrm>
          <a:prstGeom xmlns:a="http://schemas.openxmlformats.org/drawingml/2006/main" prst="roundRect">
            <a:avLst>
              <a:gd name="adj" fmla="val 7347"/>
            </a:avLst>
          </a:prstGeom>
          <a:solidFill xmlns:a="http://schemas.openxmlformats.org/drawingml/2006/main">
            <a:srgbClr val="06100F"/>
          </a:solidFill>
          <a:ln xmlns:a="http://schemas.openxmlformats.org/drawingml/2006/main" w="19050">
            <a:solidFill>
              <a:srgbClr val="17383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a5223da0934480"/>
          <a:stretch xmlns:a="http://schemas.openxmlformats.org/drawingml/2006/main"/>
        </p:blipFill>
        <p:spPr>
          <a:xfrm xmlns:a="http://schemas.openxmlformats.org/drawingml/2006/main">
            <a:off x="4778413" y="381000"/>
            <a:ext cx="2825675" cy="6115050"/>
          </a:xfrm>
          <a:prstGeom xmlns:a="http://schemas.openxmlformats.org/drawingml/2006/main" prst="roundRect">
            <a:avLst>
              <a:gd name="adj" fmla="val 539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182140-A541-4DAC-864F-39A1EEA9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810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Captured from the real preview app UI</a:t>
            </a:r>
          </a:p>
        </p:txBody>
      </p:sp>
    </p:spTree>
    <p:extLst>
      <p:ext uri="{BB962C8B-B14F-4D97-AF65-F5344CB8AC3E}">
        <p14:creationId xmlns:p14="http://schemas.microsoft.com/office/powerpoint/2010/main" val="101420126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812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2A90E1-668B-4635-89FA-9A8BFDAB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4864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102220"/>
          </a:solidFill>
          <a:ln xmlns:a="http://schemas.openxmlformats.org/drawingml/2006/main" w="9525">
            <a:solidFill>
              <a:srgbClr val="17383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493643-1925-4B02-98C7-F55C66620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2001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ECFC7"/>
                </a:solidFill>
              </a:defRPr>
            </a:pPr>
            <a:r>
              <a:rPr sz="1050" b="1">
                <a:solidFill>
                  <a:srgbClr val="4ECFC7"/>
                </a:solidFill>
              </a:rPr>
              <a:t>FERO USER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BDABE7-E9CE-41BF-AE32-AA136FA7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95500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7F7"/>
                </a:solidFill>
              </a:defRPr>
            </a:pPr>
            <a:r>
              <a:rPr sz="3600" b="1">
                <a:solidFill>
                  <a:srgbClr val="F4F7F7"/>
                </a:solidFill>
              </a:rPr>
              <a:t>Cold User: Join by Code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4443E5-6BBA-4DAD-B2DD-0C67961A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67050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94A3A7"/>
                </a:solidFill>
              </a:defRPr>
            </a:pPr>
            <a:r>
              <a:rPr sz="1650" b="0">
                <a:solidFill>
                  <a:srgbClr val="94A3A7"/>
                </a:solidFill>
              </a:rPr>
              <a:t>First install -&gt; onboarding -&gt; invite code -&gt; auth -&gt; display name/photo -&gt; lands inside Bloc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46D0D5-611C-4CDB-AB3E-F18A506B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01015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4ECFC7"/>
                </a:solidFill>
              </a:defRPr>
            </a:pPr>
            <a:r>
              <a:rPr sz="1500" b="1">
                <a:solidFill>
                  <a:srgbClr val="4ECFC7"/>
                </a:solidFill>
              </a:rPr>
              <a:t>2 / 5</a:t>
            </a:r>
          </a:p>
        </p:txBody>
      </p:sp>
    </p:spTree>
    <p:extLst>
      <p:ext uri="{BB962C8B-B14F-4D97-AF65-F5344CB8AC3E}">
        <p14:creationId xmlns:p14="http://schemas.microsoft.com/office/powerpoint/2010/main" val="106756481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812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AD0246-9476-42CF-BE26-247BA0C5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7"/>
                </a:solidFill>
              </a:defRPr>
            </a:pPr>
            <a:r>
              <a:rPr sz="2550" b="1">
                <a:solidFill>
                  <a:srgbClr val="F4F7F7"/>
                </a:solidFill>
              </a:rPr>
              <a:t>FERO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8E6333-3268-430B-824A-A28CBD08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CFC7"/>
                </a:solidFill>
              </a:defRPr>
            </a:pPr>
            <a:r>
              <a:rPr sz="900" b="1">
                <a:solidFill>
                  <a:srgbClr val="4ECFC7"/>
                </a:solidFill>
              </a:rPr>
              <a:t>COLD USER: JOIN BY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96492B-2950-4BEB-879C-CA4FF8A7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81100"/>
            <a:ext cx="371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7"/>
                </a:solidFill>
              </a:defRPr>
            </a:pPr>
            <a:r>
              <a:rPr sz="2100" b="1">
                <a:solidFill>
                  <a:srgbClr val="F4F7F7"/>
                </a:solidFill>
              </a:rPr>
              <a:t>01 Onboarding Join Entry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69C8DE-D9D7-46C9-A7D2-DDCF343B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81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1 of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E3378B-C9FC-4925-ABD5-514E37B4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38" y="238125"/>
            <a:ext cx="3111425" cy="6400800"/>
          </a:xfrm>
          <a:prstGeom xmlns:a="http://schemas.openxmlformats.org/drawingml/2006/main" prst="roundRect">
            <a:avLst>
              <a:gd name="adj" fmla="val 7347"/>
            </a:avLst>
          </a:prstGeom>
          <a:solidFill xmlns:a="http://schemas.openxmlformats.org/drawingml/2006/main">
            <a:srgbClr val="06100F"/>
          </a:solidFill>
          <a:ln xmlns:a="http://schemas.openxmlformats.org/drawingml/2006/main" w="19050">
            <a:solidFill>
              <a:srgbClr val="17383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eaf4d81f6a4706"/>
          <a:stretch xmlns:a="http://schemas.openxmlformats.org/drawingml/2006/main"/>
        </p:blipFill>
        <p:spPr>
          <a:xfrm xmlns:a="http://schemas.openxmlformats.org/drawingml/2006/main">
            <a:off x="4778413" y="381000"/>
            <a:ext cx="2825675" cy="6115050"/>
          </a:xfrm>
          <a:prstGeom xmlns:a="http://schemas.openxmlformats.org/drawingml/2006/main" prst="roundRect">
            <a:avLst>
              <a:gd name="adj" fmla="val 539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7A0133-6765-4304-BCE3-C04F02E5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810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Captured from the real preview app UI</a:t>
            </a:r>
          </a:p>
        </p:txBody>
      </p:sp>
    </p:spTree>
    <p:extLst>
      <p:ext uri="{BB962C8B-B14F-4D97-AF65-F5344CB8AC3E}">
        <p14:creationId xmlns:p14="http://schemas.microsoft.com/office/powerpoint/2010/main" val="100432567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812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1F8DA8-2489-438B-8960-ECBE1A9F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7"/>
                </a:solidFill>
              </a:defRPr>
            </a:pPr>
            <a:r>
              <a:rPr sz="2550" b="1">
                <a:solidFill>
                  <a:srgbClr val="F4F7F7"/>
                </a:solidFill>
              </a:rPr>
              <a:t>FERO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BBB703-F91E-403E-80F9-01F95C73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CFC7"/>
                </a:solidFill>
              </a:defRPr>
            </a:pPr>
            <a:r>
              <a:rPr sz="900" b="1">
                <a:solidFill>
                  <a:srgbClr val="4ECFC7"/>
                </a:solidFill>
              </a:rPr>
              <a:t>COLD USER: JOIN BY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582D6C-3246-4817-A92B-0F333A82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81100"/>
            <a:ext cx="371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7"/>
                </a:solidFill>
              </a:defRPr>
            </a:pPr>
            <a:r>
              <a:rPr sz="2100" b="1">
                <a:solidFill>
                  <a:srgbClr val="F4F7F7"/>
                </a:solidFill>
              </a:rPr>
              <a:t>02 Invite Code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2F88B1-9701-4F17-AD8D-86D588DF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81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2 of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DC3956-110C-4BD0-B6CB-A690ACF4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38" y="238125"/>
            <a:ext cx="3111425" cy="6400800"/>
          </a:xfrm>
          <a:prstGeom xmlns:a="http://schemas.openxmlformats.org/drawingml/2006/main" prst="roundRect">
            <a:avLst>
              <a:gd name="adj" fmla="val 7347"/>
            </a:avLst>
          </a:prstGeom>
          <a:solidFill xmlns:a="http://schemas.openxmlformats.org/drawingml/2006/main">
            <a:srgbClr val="06100F"/>
          </a:solidFill>
          <a:ln xmlns:a="http://schemas.openxmlformats.org/drawingml/2006/main" w="19050">
            <a:solidFill>
              <a:srgbClr val="17383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0412c9f56d4ebc"/>
          <a:stretch xmlns:a="http://schemas.openxmlformats.org/drawingml/2006/main"/>
        </p:blipFill>
        <p:spPr>
          <a:xfrm xmlns:a="http://schemas.openxmlformats.org/drawingml/2006/main">
            <a:off x="4778413" y="381000"/>
            <a:ext cx="2825675" cy="6115050"/>
          </a:xfrm>
          <a:prstGeom xmlns:a="http://schemas.openxmlformats.org/drawingml/2006/main" prst="roundRect">
            <a:avLst>
              <a:gd name="adj" fmla="val 539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89B4F8-D92D-486A-BE33-7C432FAC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810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Captured from the real preview app UI</a:t>
            </a:r>
          </a:p>
        </p:txBody>
      </p:sp>
    </p:spTree>
    <p:extLst>
      <p:ext uri="{BB962C8B-B14F-4D97-AF65-F5344CB8AC3E}">
        <p14:creationId xmlns:p14="http://schemas.microsoft.com/office/powerpoint/2010/main" val="110058356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812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F8378A-BC1E-49F0-9CE8-0173FD5F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7"/>
                </a:solidFill>
              </a:defRPr>
            </a:pPr>
            <a:r>
              <a:rPr sz="2550" b="1">
                <a:solidFill>
                  <a:srgbClr val="F4F7F7"/>
                </a:solidFill>
              </a:rPr>
              <a:t>FERO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CE58DF-CE60-4998-B0B3-A942258F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CFC7"/>
                </a:solidFill>
              </a:defRPr>
            </a:pPr>
            <a:r>
              <a:rPr sz="900" b="1">
                <a:solidFill>
                  <a:srgbClr val="4ECFC7"/>
                </a:solidFill>
              </a:rPr>
              <a:t>COLD USER: JOIN BY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3A54C1-C1F5-4399-B852-4A6DA293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81100"/>
            <a:ext cx="371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7"/>
                </a:solidFill>
              </a:defRPr>
            </a:pPr>
            <a:r>
              <a:rPr sz="2100" b="1">
                <a:solidFill>
                  <a:srgbClr val="F4F7F7"/>
                </a:solidFill>
              </a:rPr>
              <a:t>03 Sign In First Email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2CFC17-8FB9-4A4A-9247-E6AC5BA6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81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3 of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18B284-308B-4459-9E66-32530E24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38" y="238125"/>
            <a:ext cx="3111425" cy="6400800"/>
          </a:xfrm>
          <a:prstGeom xmlns:a="http://schemas.openxmlformats.org/drawingml/2006/main" prst="roundRect">
            <a:avLst>
              <a:gd name="adj" fmla="val 7347"/>
            </a:avLst>
          </a:prstGeom>
          <a:solidFill xmlns:a="http://schemas.openxmlformats.org/drawingml/2006/main">
            <a:srgbClr val="06100F"/>
          </a:solidFill>
          <a:ln xmlns:a="http://schemas.openxmlformats.org/drawingml/2006/main" w="19050">
            <a:solidFill>
              <a:srgbClr val="17383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ceb696314548a2"/>
          <a:stretch xmlns:a="http://schemas.openxmlformats.org/drawingml/2006/main"/>
        </p:blipFill>
        <p:spPr>
          <a:xfrm xmlns:a="http://schemas.openxmlformats.org/drawingml/2006/main">
            <a:off x="4778413" y="381000"/>
            <a:ext cx="2825675" cy="6115050"/>
          </a:xfrm>
          <a:prstGeom xmlns:a="http://schemas.openxmlformats.org/drawingml/2006/main" prst="roundRect">
            <a:avLst>
              <a:gd name="adj" fmla="val 539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58EE34-0D7B-4E50-85FD-3448A4A6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810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Captured from the real preview app UI</a:t>
            </a:r>
          </a:p>
        </p:txBody>
      </p:sp>
    </p:spTree>
    <p:extLst>
      <p:ext uri="{BB962C8B-B14F-4D97-AF65-F5344CB8AC3E}">
        <p14:creationId xmlns:p14="http://schemas.microsoft.com/office/powerpoint/2010/main" val="120867030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812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D4748E-7946-420D-AC45-1FEAD1CC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7"/>
                </a:solidFill>
              </a:defRPr>
            </a:pPr>
            <a:r>
              <a:rPr sz="2550" b="1">
                <a:solidFill>
                  <a:srgbClr val="F4F7F7"/>
                </a:solidFill>
              </a:rPr>
              <a:t>FERO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8F2621-0EA0-4054-BECE-7BA86AD8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CFC7"/>
                </a:solidFill>
              </a:defRPr>
            </a:pPr>
            <a:r>
              <a:rPr sz="900" b="1">
                <a:solidFill>
                  <a:srgbClr val="4ECFC7"/>
                </a:solidFill>
              </a:rPr>
              <a:t>COLD USER: JOIN BY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E2DB1E-CD66-4936-A1D9-B97F58AE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81100"/>
            <a:ext cx="371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7"/>
                </a:solidFill>
              </a:defRPr>
            </a:pPr>
            <a:r>
              <a:rPr sz="2100" b="1">
                <a:solidFill>
                  <a:srgbClr val="F4F7F7"/>
                </a:solidFill>
              </a:rPr>
              <a:t>04 Otp Code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93E13F-02C6-4584-83BE-4DE06188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81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4 of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10343C-AB42-4DE2-8739-001872F1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38" y="238125"/>
            <a:ext cx="3111425" cy="6400800"/>
          </a:xfrm>
          <a:prstGeom xmlns:a="http://schemas.openxmlformats.org/drawingml/2006/main" prst="roundRect">
            <a:avLst>
              <a:gd name="adj" fmla="val 7347"/>
            </a:avLst>
          </a:prstGeom>
          <a:solidFill xmlns:a="http://schemas.openxmlformats.org/drawingml/2006/main">
            <a:srgbClr val="06100F"/>
          </a:solidFill>
          <a:ln xmlns:a="http://schemas.openxmlformats.org/drawingml/2006/main" w="19050">
            <a:solidFill>
              <a:srgbClr val="17383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d734da27b14dc2"/>
          <a:stretch xmlns:a="http://schemas.openxmlformats.org/drawingml/2006/main"/>
        </p:blipFill>
        <p:spPr>
          <a:xfrm xmlns:a="http://schemas.openxmlformats.org/drawingml/2006/main">
            <a:off x="4778413" y="381000"/>
            <a:ext cx="2825675" cy="6115050"/>
          </a:xfrm>
          <a:prstGeom xmlns:a="http://schemas.openxmlformats.org/drawingml/2006/main" prst="roundRect">
            <a:avLst>
              <a:gd name="adj" fmla="val 539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E9D3CB-7B35-4A0A-BA67-E7AAB003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810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Captured from the real preview app UI</a:t>
            </a:r>
          </a:p>
        </p:txBody>
      </p:sp>
    </p:spTree>
    <p:extLst>
      <p:ext uri="{BB962C8B-B14F-4D97-AF65-F5344CB8AC3E}">
        <p14:creationId xmlns:p14="http://schemas.microsoft.com/office/powerpoint/2010/main" val="196438092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812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47F374-0750-49B4-8952-4A833255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7"/>
                </a:solidFill>
              </a:defRPr>
            </a:pPr>
            <a:r>
              <a:rPr sz="2550" b="1">
                <a:solidFill>
                  <a:srgbClr val="F4F7F7"/>
                </a:solidFill>
              </a:rPr>
              <a:t>FERO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25FE3B-8596-4B0D-BCD9-D8F6C0BD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CFC7"/>
                </a:solidFill>
              </a:defRPr>
            </a:pPr>
            <a:r>
              <a:rPr sz="900" b="1">
                <a:solidFill>
                  <a:srgbClr val="4ECFC7"/>
                </a:solidFill>
              </a:rPr>
              <a:t>COLD USER: JOIN BY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00D899-6613-4BCD-A7E3-5EB1DD525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81100"/>
            <a:ext cx="371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7"/>
                </a:solidFill>
              </a:defRPr>
            </a:pPr>
            <a:r>
              <a:rPr sz="2100" b="1">
                <a:solidFill>
                  <a:srgbClr val="F4F7F7"/>
                </a:solidFill>
              </a:rPr>
              <a:t>05 Display Name Photo Empty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E8AA73-3B8D-475D-AC3C-9EBB2476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81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5 of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C99636-33A3-440D-A501-991389C0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38" y="238125"/>
            <a:ext cx="3111425" cy="6400800"/>
          </a:xfrm>
          <a:prstGeom xmlns:a="http://schemas.openxmlformats.org/drawingml/2006/main" prst="roundRect">
            <a:avLst>
              <a:gd name="adj" fmla="val 7347"/>
            </a:avLst>
          </a:prstGeom>
          <a:solidFill xmlns:a="http://schemas.openxmlformats.org/drawingml/2006/main">
            <a:srgbClr val="06100F"/>
          </a:solidFill>
          <a:ln xmlns:a="http://schemas.openxmlformats.org/drawingml/2006/main" w="19050">
            <a:solidFill>
              <a:srgbClr val="17383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63554f51e34943"/>
          <a:stretch xmlns:a="http://schemas.openxmlformats.org/drawingml/2006/main"/>
        </p:blipFill>
        <p:spPr>
          <a:xfrm xmlns:a="http://schemas.openxmlformats.org/drawingml/2006/main">
            <a:off x="4778413" y="381000"/>
            <a:ext cx="2825675" cy="6115050"/>
          </a:xfrm>
          <a:prstGeom xmlns:a="http://schemas.openxmlformats.org/drawingml/2006/main" prst="roundRect">
            <a:avLst>
              <a:gd name="adj" fmla="val 539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54E12B-E25C-4D26-A7D2-B4C3D7F5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810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Captured from the real preview app UI</a:t>
            </a:r>
          </a:p>
        </p:txBody>
      </p:sp>
    </p:spTree>
    <p:extLst>
      <p:ext uri="{BB962C8B-B14F-4D97-AF65-F5344CB8AC3E}">
        <p14:creationId xmlns:p14="http://schemas.microsoft.com/office/powerpoint/2010/main" val="150034580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812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FA43A7-6FDE-40EC-BBB9-40BA9AC5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7"/>
                </a:solidFill>
              </a:defRPr>
            </a:pPr>
            <a:r>
              <a:rPr sz="2550" b="1">
                <a:solidFill>
                  <a:srgbClr val="F4F7F7"/>
                </a:solidFill>
              </a:rPr>
              <a:t>FERO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670CE7-326E-4DA0-B0E6-1EFA65D88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CFC7"/>
                </a:solidFill>
              </a:defRPr>
            </a:pPr>
            <a:r>
              <a:rPr sz="900" b="1">
                <a:solidFill>
                  <a:srgbClr val="4ECFC7"/>
                </a:solidFill>
              </a:rPr>
              <a:t>COLD USER: JOIN BY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4CF984-E3BA-486B-95D2-29EF94C7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81100"/>
            <a:ext cx="371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7"/>
                </a:solidFill>
              </a:defRPr>
            </a:pPr>
            <a:r>
              <a:rPr sz="2100" b="1">
                <a:solidFill>
                  <a:srgbClr val="F4F7F7"/>
                </a:solidFill>
              </a:rPr>
              <a:t>06 Display Name Photo Filled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E43C03-E973-4BB6-B41B-B52B70C7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81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6 of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530691-75B1-4191-8B9E-C6385F506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38" y="238125"/>
            <a:ext cx="3111425" cy="6400800"/>
          </a:xfrm>
          <a:prstGeom xmlns:a="http://schemas.openxmlformats.org/drawingml/2006/main" prst="roundRect">
            <a:avLst>
              <a:gd name="adj" fmla="val 7347"/>
            </a:avLst>
          </a:prstGeom>
          <a:solidFill xmlns:a="http://schemas.openxmlformats.org/drawingml/2006/main">
            <a:srgbClr val="06100F"/>
          </a:solidFill>
          <a:ln xmlns:a="http://schemas.openxmlformats.org/drawingml/2006/main" w="19050">
            <a:solidFill>
              <a:srgbClr val="17383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1f26e5e03b4c83"/>
          <a:stretch xmlns:a="http://schemas.openxmlformats.org/drawingml/2006/main"/>
        </p:blipFill>
        <p:spPr>
          <a:xfrm xmlns:a="http://schemas.openxmlformats.org/drawingml/2006/main">
            <a:off x="4778413" y="381000"/>
            <a:ext cx="2825675" cy="6115050"/>
          </a:xfrm>
          <a:prstGeom xmlns:a="http://schemas.openxmlformats.org/drawingml/2006/main" prst="roundRect">
            <a:avLst>
              <a:gd name="adj" fmla="val 539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58CCB8-DF83-4C24-85BC-3F737198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810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Captured from the real preview app UI</a:t>
            </a:r>
          </a:p>
        </p:txBody>
      </p:sp>
    </p:spTree>
    <p:extLst>
      <p:ext uri="{BB962C8B-B14F-4D97-AF65-F5344CB8AC3E}">
        <p14:creationId xmlns:p14="http://schemas.microsoft.com/office/powerpoint/2010/main" val="96980279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812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8590BB-B7C9-42F6-A0B1-E867197A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7"/>
                </a:solidFill>
              </a:defRPr>
            </a:pPr>
            <a:r>
              <a:rPr sz="2550" b="1">
                <a:solidFill>
                  <a:srgbClr val="F4F7F7"/>
                </a:solidFill>
              </a:rPr>
              <a:t>FERO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43CB42-2230-41B5-BAE6-EDD4BB45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CFC7"/>
                </a:solidFill>
              </a:defRPr>
            </a:pPr>
            <a:r>
              <a:rPr sz="900" b="1">
                <a:solidFill>
                  <a:srgbClr val="4ECFC7"/>
                </a:solidFill>
              </a:rPr>
              <a:t>COLD USER: JOIN BY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8CD943-529B-4504-BFD3-8F2F4AB7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81100"/>
            <a:ext cx="371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7"/>
                </a:solidFill>
              </a:defRPr>
            </a:pPr>
            <a:r>
              <a:rPr sz="2100" b="1">
                <a:solidFill>
                  <a:srgbClr val="F4F7F7"/>
                </a:solidFill>
              </a:rPr>
              <a:t>07 Progress Joining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B477F0-DE78-420C-9A48-3743BF1B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81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7 of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F4602F-7063-4AC1-8061-2D225CD1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38" y="238125"/>
            <a:ext cx="3111425" cy="6400800"/>
          </a:xfrm>
          <a:prstGeom xmlns:a="http://schemas.openxmlformats.org/drawingml/2006/main" prst="roundRect">
            <a:avLst>
              <a:gd name="adj" fmla="val 7347"/>
            </a:avLst>
          </a:prstGeom>
          <a:solidFill xmlns:a="http://schemas.openxmlformats.org/drawingml/2006/main">
            <a:srgbClr val="06100F"/>
          </a:solidFill>
          <a:ln xmlns:a="http://schemas.openxmlformats.org/drawingml/2006/main" w="19050">
            <a:solidFill>
              <a:srgbClr val="17383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7bfbf3c15b4d31"/>
          <a:stretch xmlns:a="http://schemas.openxmlformats.org/drawingml/2006/main"/>
        </p:blipFill>
        <p:spPr>
          <a:xfrm xmlns:a="http://schemas.openxmlformats.org/drawingml/2006/main">
            <a:off x="4778413" y="381000"/>
            <a:ext cx="2825675" cy="6115050"/>
          </a:xfrm>
          <a:prstGeom xmlns:a="http://schemas.openxmlformats.org/drawingml/2006/main" prst="roundRect">
            <a:avLst>
              <a:gd name="adj" fmla="val 539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A66ED6-25CD-41DC-9D0C-1DBDF3EC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810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Captured from the real preview app UI</a:t>
            </a:r>
          </a:p>
        </p:txBody>
      </p:sp>
    </p:spTree>
    <p:extLst>
      <p:ext uri="{BB962C8B-B14F-4D97-AF65-F5344CB8AC3E}">
        <p14:creationId xmlns:p14="http://schemas.microsoft.com/office/powerpoint/2010/main" val="21775842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812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2ED727-B2A6-47A0-9C6A-20BCE57B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7"/>
                </a:solidFill>
              </a:defRPr>
            </a:pPr>
            <a:r>
              <a:rPr sz="2550" b="1">
                <a:solidFill>
                  <a:srgbClr val="F4F7F7"/>
                </a:solidFill>
              </a:rPr>
              <a:t>FERO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2F9629-B466-4FA4-9003-B56FE1F0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CFC7"/>
                </a:solidFill>
              </a:defRPr>
            </a:pPr>
            <a:r>
              <a:rPr sz="900" b="1">
                <a:solidFill>
                  <a:srgbClr val="4ECFC7"/>
                </a:solidFill>
              </a:rPr>
              <a:t>COLD USER: JOIN BY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536731-16C2-43FF-AA42-F23E160B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81100"/>
            <a:ext cx="371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7"/>
                </a:solidFill>
              </a:defRPr>
            </a:pPr>
            <a:r>
              <a:rPr sz="2100" b="1">
                <a:solidFill>
                  <a:srgbClr val="F4F7F7"/>
                </a:solidFill>
              </a:rPr>
              <a:t>08 Landed In Joined Bloc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12E5D5-A06B-4FF5-A919-3484DDCF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81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8 of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9CB49E-4859-4FA4-BC9A-ACE47283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38" y="238125"/>
            <a:ext cx="3111425" cy="6400800"/>
          </a:xfrm>
          <a:prstGeom xmlns:a="http://schemas.openxmlformats.org/drawingml/2006/main" prst="roundRect">
            <a:avLst>
              <a:gd name="adj" fmla="val 7347"/>
            </a:avLst>
          </a:prstGeom>
          <a:solidFill xmlns:a="http://schemas.openxmlformats.org/drawingml/2006/main">
            <a:srgbClr val="06100F"/>
          </a:solidFill>
          <a:ln xmlns:a="http://schemas.openxmlformats.org/drawingml/2006/main" w="19050">
            <a:solidFill>
              <a:srgbClr val="17383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fd93c3d3dd4aa4"/>
          <a:stretch xmlns:a="http://schemas.openxmlformats.org/drawingml/2006/main"/>
        </p:blipFill>
        <p:spPr>
          <a:xfrm xmlns:a="http://schemas.openxmlformats.org/drawingml/2006/main">
            <a:off x="4778413" y="381000"/>
            <a:ext cx="2825675" cy="6115050"/>
          </a:xfrm>
          <a:prstGeom xmlns:a="http://schemas.openxmlformats.org/drawingml/2006/main" prst="roundRect">
            <a:avLst>
              <a:gd name="adj" fmla="val 539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EAA964-B29D-4A0D-B8C4-90C91283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810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Captured from the real preview app UI</a:t>
            </a:r>
          </a:p>
        </p:txBody>
      </p:sp>
    </p:spTree>
    <p:extLst>
      <p:ext uri="{BB962C8B-B14F-4D97-AF65-F5344CB8AC3E}">
        <p14:creationId xmlns:p14="http://schemas.microsoft.com/office/powerpoint/2010/main" val="136847559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812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9B7CC1-843F-4CA6-9797-84FF031F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4864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102220"/>
          </a:solidFill>
          <a:ln xmlns:a="http://schemas.openxmlformats.org/drawingml/2006/main" w="9525">
            <a:solidFill>
              <a:srgbClr val="17383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2E41F6-FDFA-4F5B-BD1A-470BB2A5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2001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ECFC7"/>
                </a:solidFill>
              </a:defRPr>
            </a:pPr>
            <a:r>
              <a:rPr sz="1050" b="1">
                <a:solidFill>
                  <a:srgbClr val="4ECFC7"/>
                </a:solidFill>
              </a:rPr>
              <a:t>FERO USER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445DF5-5CE6-4615-898A-30B01753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95500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7F7"/>
                </a:solidFill>
              </a:defRPr>
            </a:pPr>
            <a:r>
              <a:rPr sz="3600" b="1">
                <a:solidFill>
                  <a:srgbClr val="F4F7F7"/>
                </a:solidFill>
              </a:rPr>
              <a:t>Invite Link: New User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3BCB28-4316-438D-945B-707E29BD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67050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94A3A7"/>
                </a:solidFill>
              </a:defRPr>
            </a:pPr>
            <a:r>
              <a:rPr sz="1650" b="0">
                <a:solidFill>
                  <a:srgbClr val="94A3A7"/>
                </a:solidFill>
              </a:rPr>
              <a:t>Invite preview -&gt; auth -&gt; display name/photo -&gt; lands inside invited Bloc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6029F5-4183-4298-A750-F6E5F6F5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01015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4ECFC7"/>
                </a:solidFill>
              </a:defRPr>
            </a:pPr>
            <a:r>
              <a:rPr sz="1500" b="1">
                <a:solidFill>
                  <a:srgbClr val="4ECFC7"/>
                </a:solidFill>
              </a:rPr>
              <a:t>3 / 5</a:t>
            </a:r>
          </a:p>
        </p:txBody>
      </p:sp>
    </p:spTree>
    <p:extLst>
      <p:ext uri="{BB962C8B-B14F-4D97-AF65-F5344CB8AC3E}">
        <p14:creationId xmlns:p14="http://schemas.microsoft.com/office/powerpoint/2010/main" val="35186677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812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9E9883-4C6D-466D-8BCD-E260025B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7"/>
                </a:solidFill>
              </a:defRPr>
            </a:pPr>
            <a:r>
              <a:rPr sz="2550" b="1">
                <a:solidFill>
                  <a:srgbClr val="F4F7F7"/>
                </a:solidFill>
              </a:rPr>
              <a:t>FERO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391D50-BE47-462F-A44D-5FFBE061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CFC7"/>
                </a:solidFill>
              </a:defRPr>
            </a:pPr>
            <a:r>
              <a:rPr sz="900" b="1">
                <a:solidFill>
                  <a:srgbClr val="4ECFC7"/>
                </a:solidFill>
              </a:rPr>
              <a:t>INVITE LINK: NEW USER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B95D7C-4B4F-438F-A6CA-AF425BAC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81100"/>
            <a:ext cx="371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7"/>
                </a:solidFill>
              </a:defRPr>
            </a:pPr>
            <a:r>
              <a:rPr sz="2100" b="1">
                <a:solidFill>
                  <a:srgbClr val="F4F7F7"/>
                </a:solidFill>
              </a:rPr>
              <a:t>01 Invite Preview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8ABB13-405B-4D95-8E6C-DBA60139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81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1 of 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2E8FBB-943A-4705-AC01-485FAD57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38" y="238125"/>
            <a:ext cx="3111425" cy="6400800"/>
          </a:xfrm>
          <a:prstGeom xmlns:a="http://schemas.openxmlformats.org/drawingml/2006/main" prst="roundRect">
            <a:avLst>
              <a:gd name="adj" fmla="val 7347"/>
            </a:avLst>
          </a:prstGeom>
          <a:solidFill xmlns:a="http://schemas.openxmlformats.org/drawingml/2006/main">
            <a:srgbClr val="06100F"/>
          </a:solidFill>
          <a:ln xmlns:a="http://schemas.openxmlformats.org/drawingml/2006/main" w="19050">
            <a:solidFill>
              <a:srgbClr val="17383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dd6537a8b54788"/>
          <a:stretch xmlns:a="http://schemas.openxmlformats.org/drawingml/2006/main"/>
        </p:blipFill>
        <p:spPr>
          <a:xfrm xmlns:a="http://schemas.openxmlformats.org/drawingml/2006/main">
            <a:off x="4778413" y="381000"/>
            <a:ext cx="2825675" cy="6115050"/>
          </a:xfrm>
          <a:prstGeom xmlns:a="http://schemas.openxmlformats.org/drawingml/2006/main" prst="roundRect">
            <a:avLst>
              <a:gd name="adj" fmla="val 539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BB6CB9-6759-4B30-974C-53006483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810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Captured from the real preview app UI</a:t>
            </a:r>
          </a:p>
        </p:txBody>
      </p:sp>
    </p:spTree>
    <p:extLst>
      <p:ext uri="{BB962C8B-B14F-4D97-AF65-F5344CB8AC3E}">
        <p14:creationId xmlns:p14="http://schemas.microsoft.com/office/powerpoint/2010/main" val="169597702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812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DB2763-5426-4118-9118-FE01C7FD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7"/>
                </a:solidFill>
              </a:defRPr>
            </a:pPr>
            <a:r>
              <a:rPr sz="2550" b="1">
                <a:solidFill>
                  <a:srgbClr val="F4F7F7"/>
                </a:solidFill>
              </a:rPr>
              <a:t>FERO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3C193B-EAE5-4B7B-920F-51FC379D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CFC7"/>
                </a:solidFill>
              </a:defRPr>
            </a:pPr>
            <a:r>
              <a:rPr sz="900" b="1">
                <a:solidFill>
                  <a:srgbClr val="4ECFC7"/>
                </a:solidFill>
              </a:rPr>
              <a:t>INVITE LINK: NEW USER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5464DE-34BB-4939-A7AB-37C8FA4C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81100"/>
            <a:ext cx="371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7"/>
                </a:solidFill>
              </a:defRPr>
            </a:pPr>
            <a:r>
              <a:rPr sz="2100" b="1">
                <a:solidFill>
                  <a:srgbClr val="F4F7F7"/>
                </a:solidFill>
              </a:rPr>
              <a:t>02 Sign In First Email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A6C050-24FD-4F65-9B4B-9E8EE1FF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81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2 of 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117685-83C3-4CEB-83F2-3664050C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38" y="238125"/>
            <a:ext cx="3111425" cy="6400800"/>
          </a:xfrm>
          <a:prstGeom xmlns:a="http://schemas.openxmlformats.org/drawingml/2006/main" prst="roundRect">
            <a:avLst>
              <a:gd name="adj" fmla="val 7347"/>
            </a:avLst>
          </a:prstGeom>
          <a:solidFill xmlns:a="http://schemas.openxmlformats.org/drawingml/2006/main">
            <a:srgbClr val="06100F"/>
          </a:solidFill>
          <a:ln xmlns:a="http://schemas.openxmlformats.org/drawingml/2006/main" w="19050">
            <a:solidFill>
              <a:srgbClr val="17383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0893091fa1499c"/>
          <a:stretch xmlns:a="http://schemas.openxmlformats.org/drawingml/2006/main"/>
        </p:blipFill>
        <p:spPr>
          <a:xfrm xmlns:a="http://schemas.openxmlformats.org/drawingml/2006/main">
            <a:off x="4778413" y="381000"/>
            <a:ext cx="2825675" cy="6115050"/>
          </a:xfrm>
          <a:prstGeom xmlns:a="http://schemas.openxmlformats.org/drawingml/2006/main" prst="roundRect">
            <a:avLst>
              <a:gd name="adj" fmla="val 539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E99724-3F1A-4D81-AABA-B780E654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810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Captured from the real preview app UI</a:t>
            </a:r>
          </a:p>
        </p:txBody>
      </p:sp>
    </p:spTree>
    <p:extLst>
      <p:ext uri="{BB962C8B-B14F-4D97-AF65-F5344CB8AC3E}">
        <p14:creationId xmlns:p14="http://schemas.microsoft.com/office/powerpoint/2010/main" val="172891319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812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97BE12-AAF2-41FC-B108-075B33A2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7"/>
                </a:solidFill>
              </a:defRPr>
            </a:pPr>
            <a:r>
              <a:rPr sz="2550" b="1">
                <a:solidFill>
                  <a:srgbClr val="F4F7F7"/>
                </a:solidFill>
              </a:rPr>
              <a:t>FERO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D3B6F9-8D35-4359-A38A-3C1A191D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CFC7"/>
                </a:solidFill>
              </a:defRPr>
            </a:pPr>
            <a:r>
              <a:rPr sz="900" b="1">
                <a:solidFill>
                  <a:srgbClr val="4ECFC7"/>
                </a:solidFill>
              </a:rPr>
              <a:t>INVITE LINK: NEW USER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B5E658-15FD-4EDA-B0C1-E8A76B596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81100"/>
            <a:ext cx="371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7"/>
                </a:solidFill>
              </a:defRPr>
            </a:pPr>
            <a:r>
              <a:rPr sz="2100" b="1">
                <a:solidFill>
                  <a:srgbClr val="F4F7F7"/>
                </a:solidFill>
              </a:rPr>
              <a:t>03 Otp Code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73B4B8-3AA3-487B-8262-8FAA8EFB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81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3 of 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B47572-F607-4C24-AE51-AD279395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38" y="238125"/>
            <a:ext cx="3111425" cy="6400800"/>
          </a:xfrm>
          <a:prstGeom xmlns:a="http://schemas.openxmlformats.org/drawingml/2006/main" prst="roundRect">
            <a:avLst>
              <a:gd name="adj" fmla="val 7347"/>
            </a:avLst>
          </a:prstGeom>
          <a:solidFill xmlns:a="http://schemas.openxmlformats.org/drawingml/2006/main">
            <a:srgbClr val="06100F"/>
          </a:solidFill>
          <a:ln xmlns:a="http://schemas.openxmlformats.org/drawingml/2006/main" w="19050">
            <a:solidFill>
              <a:srgbClr val="17383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e49d1c8442490e"/>
          <a:stretch xmlns:a="http://schemas.openxmlformats.org/drawingml/2006/main"/>
        </p:blipFill>
        <p:spPr>
          <a:xfrm xmlns:a="http://schemas.openxmlformats.org/drawingml/2006/main">
            <a:off x="4778413" y="381000"/>
            <a:ext cx="2825675" cy="6115050"/>
          </a:xfrm>
          <a:prstGeom xmlns:a="http://schemas.openxmlformats.org/drawingml/2006/main" prst="roundRect">
            <a:avLst>
              <a:gd name="adj" fmla="val 539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43C203-3468-4D7D-9F0A-FE102AE9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810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Captured from the real preview app UI</a:t>
            </a:r>
          </a:p>
        </p:txBody>
      </p:sp>
    </p:spTree>
    <p:extLst>
      <p:ext uri="{BB962C8B-B14F-4D97-AF65-F5344CB8AC3E}">
        <p14:creationId xmlns:p14="http://schemas.microsoft.com/office/powerpoint/2010/main" val="93426058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812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6341A3-D931-4534-BF8A-7671CE91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7"/>
                </a:solidFill>
              </a:defRPr>
            </a:pPr>
            <a:r>
              <a:rPr sz="2550" b="1">
                <a:solidFill>
                  <a:srgbClr val="F4F7F7"/>
                </a:solidFill>
              </a:rPr>
              <a:t>FERO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79AB6D-B9D9-4052-B94C-73C7B5BC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CFC7"/>
                </a:solidFill>
              </a:defRPr>
            </a:pPr>
            <a:r>
              <a:rPr sz="900" b="1">
                <a:solidFill>
                  <a:srgbClr val="4ECFC7"/>
                </a:solidFill>
              </a:rPr>
              <a:t>INVITE LINK: NEW USER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EB72A4-F348-40A6-88F0-8600CF05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81100"/>
            <a:ext cx="371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7"/>
                </a:solidFill>
              </a:defRPr>
            </a:pPr>
            <a:r>
              <a:rPr sz="2100" b="1">
                <a:solidFill>
                  <a:srgbClr val="F4F7F7"/>
                </a:solidFill>
              </a:rPr>
              <a:t>04 Display Name Photo Empty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E41C11-2879-41A2-9296-FADD2FC78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81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4 of 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ED4FCC-A0E1-409D-8433-C8F385C4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38" y="238125"/>
            <a:ext cx="3111425" cy="6400800"/>
          </a:xfrm>
          <a:prstGeom xmlns:a="http://schemas.openxmlformats.org/drawingml/2006/main" prst="roundRect">
            <a:avLst>
              <a:gd name="adj" fmla="val 7347"/>
            </a:avLst>
          </a:prstGeom>
          <a:solidFill xmlns:a="http://schemas.openxmlformats.org/drawingml/2006/main">
            <a:srgbClr val="06100F"/>
          </a:solidFill>
          <a:ln xmlns:a="http://schemas.openxmlformats.org/drawingml/2006/main" w="19050">
            <a:solidFill>
              <a:srgbClr val="17383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d43393dbe24b41"/>
          <a:stretch xmlns:a="http://schemas.openxmlformats.org/drawingml/2006/main"/>
        </p:blipFill>
        <p:spPr>
          <a:xfrm xmlns:a="http://schemas.openxmlformats.org/drawingml/2006/main">
            <a:off x="4778413" y="381000"/>
            <a:ext cx="2825675" cy="6115050"/>
          </a:xfrm>
          <a:prstGeom xmlns:a="http://schemas.openxmlformats.org/drawingml/2006/main" prst="roundRect">
            <a:avLst>
              <a:gd name="adj" fmla="val 539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1F4679-5F52-4A1A-866D-CCFF1FE2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810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Captured from the real preview app UI</a:t>
            </a:r>
          </a:p>
        </p:txBody>
      </p:sp>
    </p:spTree>
    <p:extLst>
      <p:ext uri="{BB962C8B-B14F-4D97-AF65-F5344CB8AC3E}">
        <p14:creationId xmlns:p14="http://schemas.microsoft.com/office/powerpoint/2010/main" val="179753432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812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E3D68F-31BE-4D0F-8E8C-04110510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7"/>
                </a:solidFill>
              </a:defRPr>
            </a:pPr>
            <a:r>
              <a:rPr sz="2550" b="1">
                <a:solidFill>
                  <a:srgbClr val="F4F7F7"/>
                </a:solidFill>
              </a:rPr>
              <a:t>FERO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AC6B06-BF36-41EC-B9ED-65AEFA05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CFC7"/>
                </a:solidFill>
              </a:defRPr>
            </a:pPr>
            <a:r>
              <a:rPr sz="900" b="1">
                <a:solidFill>
                  <a:srgbClr val="4ECFC7"/>
                </a:solidFill>
              </a:rPr>
              <a:t>INVITE LINK: NEW USER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E0DA96-B843-462F-8B9B-B640C90E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81100"/>
            <a:ext cx="371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7"/>
                </a:solidFill>
              </a:defRPr>
            </a:pPr>
            <a:r>
              <a:rPr sz="2100" b="1">
                <a:solidFill>
                  <a:srgbClr val="F4F7F7"/>
                </a:solidFill>
              </a:rPr>
              <a:t>05 Display Name Photo Filled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40E338-6B11-4566-8CC7-44289C19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81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5 of 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3E43C7-A210-4430-9782-33AF907C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38" y="238125"/>
            <a:ext cx="3111425" cy="6400800"/>
          </a:xfrm>
          <a:prstGeom xmlns:a="http://schemas.openxmlformats.org/drawingml/2006/main" prst="roundRect">
            <a:avLst>
              <a:gd name="adj" fmla="val 7347"/>
            </a:avLst>
          </a:prstGeom>
          <a:solidFill xmlns:a="http://schemas.openxmlformats.org/drawingml/2006/main">
            <a:srgbClr val="06100F"/>
          </a:solidFill>
          <a:ln xmlns:a="http://schemas.openxmlformats.org/drawingml/2006/main" w="19050">
            <a:solidFill>
              <a:srgbClr val="17383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5fb6246e7241a6"/>
          <a:stretch xmlns:a="http://schemas.openxmlformats.org/drawingml/2006/main"/>
        </p:blipFill>
        <p:spPr>
          <a:xfrm xmlns:a="http://schemas.openxmlformats.org/drawingml/2006/main">
            <a:off x="4778413" y="381000"/>
            <a:ext cx="2825675" cy="6115050"/>
          </a:xfrm>
          <a:prstGeom xmlns:a="http://schemas.openxmlformats.org/drawingml/2006/main" prst="roundRect">
            <a:avLst>
              <a:gd name="adj" fmla="val 539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2259C5-E488-48D8-8F5B-0B0F2F94F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810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Captured from the real preview app UI</a:t>
            </a:r>
          </a:p>
        </p:txBody>
      </p:sp>
    </p:spTree>
    <p:extLst>
      <p:ext uri="{BB962C8B-B14F-4D97-AF65-F5344CB8AC3E}">
        <p14:creationId xmlns:p14="http://schemas.microsoft.com/office/powerpoint/2010/main" val="19079595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812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E72C59-3009-4E51-B239-E83149E9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7"/>
                </a:solidFill>
              </a:defRPr>
            </a:pPr>
            <a:r>
              <a:rPr sz="2550" b="1">
                <a:solidFill>
                  <a:srgbClr val="F4F7F7"/>
                </a:solidFill>
              </a:rPr>
              <a:t>FERO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BC039F-CEC6-4EAB-89BB-EA74CCD1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CFC7"/>
                </a:solidFill>
              </a:defRPr>
            </a:pPr>
            <a:r>
              <a:rPr sz="900" b="1">
                <a:solidFill>
                  <a:srgbClr val="4ECFC7"/>
                </a:solidFill>
              </a:rPr>
              <a:t>INVITE LINK: NEW USER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322468-673C-416C-848B-DBA8F6DE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81100"/>
            <a:ext cx="371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7"/>
                </a:solidFill>
              </a:defRPr>
            </a:pPr>
            <a:r>
              <a:rPr sz="2100" b="1">
                <a:solidFill>
                  <a:srgbClr val="F4F7F7"/>
                </a:solidFill>
              </a:rPr>
              <a:t>06 Progress Joining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6259BE-F69C-4A31-A6A8-04228E31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81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6 of 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D8D811-A7D5-4B9D-909D-9548CB93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38" y="238125"/>
            <a:ext cx="3111425" cy="6400800"/>
          </a:xfrm>
          <a:prstGeom xmlns:a="http://schemas.openxmlformats.org/drawingml/2006/main" prst="roundRect">
            <a:avLst>
              <a:gd name="adj" fmla="val 7347"/>
            </a:avLst>
          </a:prstGeom>
          <a:solidFill xmlns:a="http://schemas.openxmlformats.org/drawingml/2006/main">
            <a:srgbClr val="06100F"/>
          </a:solidFill>
          <a:ln xmlns:a="http://schemas.openxmlformats.org/drawingml/2006/main" w="19050">
            <a:solidFill>
              <a:srgbClr val="17383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1d59b2e41842fe"/>
          <a:stretch xmlns:a="http://schemas.openxmlformats.org/drawingml/2006/main"/>
        </p:blipFill>
        <p:spPr>
          <a:xfrm xmlns:a="http://schemas.openxmlformats.org/drawingml/2006/main">
            <a:off x="4778413" y="381000"/>
            <a:ext cx="2825675" cy="6115050"/>
          </a:xfrm>
          <a:prstGeom xmlns:a="http://schemas.openxmlformats.org/drawingml/2006/main" prst="roundRect">
            <a:avLst>
              <a:gd name="adj" fmla="val 539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EE7306-DDB2-4C4B-87B9-E8DEC56C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810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Captured from the real preview app UI</a:t>
            </a:r>
          </a:p>
        </p:txBody>
      </p:sp>
    </p:spTree>
    <p:extLst>
      <p:ext uri="{BB962C8B-B14F-4D97-AF65-F5344CB8AC3E}">
        <p14:creationId xmlns:p14="http://schemas.microsoft.com/office/powerpoint/2010/main" val="58351014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812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C758AF-97BC-40BB-B79C-E6B1094C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7"/>
                </a:solidFill>
              </a:defRPr>
            </a:pPr>
            <a:r>
              <a:rPr sz="2550" b="1">
                <a:solidFill>
                  <a:srgbClr val="F4F7F7"/>
                </a:solidFill>
              </a:rPr>
              <a:t>FERO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254447-FE5B-49F5-9979-1DBA77A5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CFC7"/>
                </a:solidFill>
              </a:defRPr>
            </a:pPr>
            <a:r>
              <a:rPr sz="900" b="1">
                <a:solidFill>
                  <a:srgbClr val="4ECFC7"/>
                </a:solidFill>
              </a:rPr>
              <a:t>INVITE LINK: NEW USER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194118-1CAE-4BA0-B0B2-3A440869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81100"/>
            <a:ext cx="371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7"/>
                </a:solidFill>
              </a:defRPr>
            </a:pPr>
            <a:r>
              <a:rPr sz="2100" b="1">
                <a:solidFill>
                  <a:srgbClr val="F4F7F7"/>
                </a:solidFill>
              </a:rPr>
              <a:t>07 Landed With Toast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42941F-88B8-4947-B1F0-843ACF72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81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7 of 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16E249-486C-4336-9D76-2416C799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38" y="238125"/>
            <a:ext cx="3111425" cy="6400800"/>
          </a:xfrm>
          <a:prstGeom xmlns:a="http://schemas.openxmlformats.org/drawingml/2006/main" prst="roundRect">
            <a:avLst>
              <a:gd name="adj" fmla="val 7347"/>
            </a:avLst>
          </a:prstGeom>
          <a:solidFill xmlns:a="http://schemas.openxmlformats.org/drawingml/2006/main">
            <a:srgbClr val="06100F"/>
          </a:solidFill>
          <a:ln xmlns:a="http://schemas.openxmlformats.org/drawingml/2006/main" w="19050">
            <a:solidFill>
              <a:srgbClr val="17383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f5a15612b94b05"/>
          <a:stretch xmlns:a="http://schemas.openxmlformats.org/drawingml/2006/main"/>
        </p:blipFill>
        <p:spPr>
          <a:xfrm xmlns:a="http://schemas.openxmlformats.org/drawingml/2006/main">
            <a:off x="4778413" y="381000"/>
            <a:ext cx="2825675" cy="6115050"/>
          </a:xfrm>
          <a:prstGeom xmlns:a="http://schemas.openxmlformats.org/drawingml/2006/main" prst="roundRect">
            <a:avLst>
              <a:gd name="adj" fmla="val 539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724617-8693-4541-8B4F-92BCB42E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810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Captured from the real preview app UI</a:t>
            </a:r>
          </a:p>
        </p:txBody>
      </p:sp>
    </p:spTree>
    <p:extLst>
      <p:ext uri="{BB962C8B-B14F-4D97-AF65-F5344CB8AC3E}">
        <p14:creationId xmlns:p14="http://schemas.microsoft.com/office/powerpoint/2010/main" val="139347454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812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E12ED4-127E-480B-B188-3BFEC39F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4864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102220"/>
          </a:solidFill>
          <a:ln xmlns:a="http://schemas.openxmlformats.org/drawingml/2006/main" w="9525">
            <a:solidFill>
              <a:srgbClr val="17383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96A081-4B8D-42DF-A5EB-2B6142172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2001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ECFC7"/>
                </a:solidFill>
              </a:defRPr>
            </a:pPr>
            <a:r>
              <a:rPr sz="1050" b="1">
                <a:solidFill>
                  <a:srgbClr val="4ECFC7"/>
                </a:solidFill>
              </a:rPr>
              <a:t>FERO USER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68AAA1-3DDD-4E7C-B604-7420A931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95500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7F7"/>
                </a:solidFill>
              </a:defRPr>
            </a:pPr>
            <a:r>
              <a:rPr sz="3600" b="1">
                <a:solidFill>
                  <a:srgbClr val="F4F7F7"/>
                </a:solidFill>
              </a:rPr>
              <a:t>Welcome Back: Create New Account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0AC2ED-5D5C-4860-8836-F6EDE20B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67050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94A3A7"/>
                </a:solidFill>
              </a:defRPr>
            </a:pPr>
            <a:r>
              <a:rPr sz="1650" b="0">
                <a:solidFill>
                  <a:srgbClr val="94A3A7"/>
                </a:solidFill>
              </a:rPr>
              <a:t>Signed-out welcome -&gt; create account -&gt; onboarding -&gt; create Bloc -&gt; lands inside Bloc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777E16-4A3A-4894-AC10-D5AAA40E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01015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4ECFC7"/>
                </a:solidFill>
              </a:defRPr>
            </a:pPr>
            <a:r>
              <a:rPr sz="1500" b="1">
                <a:solidFill>
                  <a:srgbClr val="4ECFC7"/>
                </a:solidFill>
              </a:rPr>
              <a:t>4 / 5</a:t>
            </a:r>
          </a:p>
        </p:txBody>
      </p:sp>
    </p:spTree>
    <p:extLst>
      <p:ext uri="{BB962C8B-B14F-4D97-AF65-F5344CB8AC3E}">
        <p14:creationId xmlns:p14="http://schemas.microsoft.com/office/powerpoint/2010/main" val="84204378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812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F92667-D997-435B-8558-96053A52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7"/>
                </a:solidFill>
              </a:defRPr>
            </a:pPr>
            <a:r>
              <a:rPr sz="2550" b="1">
                <a:solidFill>
                  <a:srgbClr val="F4F7F7"/>
                </a:solidFill>
              </a:rPr>
              <a:t>FERO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D5729B-4021-4961-B0E8-982A7698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CFC7"/>
                </a:solidFill>
              </a:defRPr>
            </a:pPr>
            <a:r>
              <a:rPr sz="900" b="1">
                <a:solidFill>
                  <a:srgbClr val="4ECFC7"/>
                </a:solidFill>
              </a:rPr>
              <a:t>WELCOME BACK: CREATE NEW ACCOUNT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160485-020F-476E-9807-6B9A3E4F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81100"/>
            <a:ext cx="371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7"/>
                </a:solidFill>
              </a:defRPr>
            </a:pPr>
            <a:r>
              <a:rPr sz="2100" b="1">
                <a:solidFill>
                  <a:srgbClr val="F4F7F7"/>
                </a:solidFill>
              </a:rPr>
              <a:t>01 Welcome Back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266A73-4602-4AD1-8FDD-D0A0648D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81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1 of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EBECEE-54A6-4C71-9AA3-DEA3CC66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38" y="238125"/>
            <a:ext cx="3111425" cy="6400800"/>
          </a:xfrm>
          <a:prstGeom xmlns:a="http://schemas.openxmlformats.org/drawingml/2006/main" prst="roundRect">
            <a:avLst>
              <a:gd name="adj" fmla="val 7347"/>
            </a:avLst>
          </a:prstGeom>
          <a:solidFill xmlns:a="http://schemas.openxmlformats.org/drawingml/2006/main">
            <a:srgbClr val="06100F"/>
          </a:solidFill>
          <a:ln xmlns:a="http://schemas.openxmlformats.org/drawingml/2006/main" w="19050">
            <a:solidFill>
              <a:srgbClr val="17383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23881b4cfa4941"/>
          <a:stretch xmlns:a="http://schemas.openxmlformats.org/drawingml/2006/main"/>
        </p:blipFill>
        <p:spPr>
          <a:xfrm xmlns:a="http://schemas.openxmlformats.org/drawingml/2006/main">
            <a:off x="4778413" y="381000"/>
            <a:ext cx="2825675" cy="6115050"/>
          </a:xfrm>
          <a:prstGeom xmlns:a="http://schemas.openxmlformats.org/drawingml/2006/main" prst="roundRect">
            <a:avLst>
              <a:gd name="adj" fmla="val 539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F8EB01-3908-4189-B8DC-E9EE733E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810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Captured from the real preview app UI</a:t>
            </a:r>
          </a:p>
        </p:txBody>
      </p:sp>
    </p:spTree>
    <p:extLst>
      <p:ext uri="{BB962C8B-B14F-4D97-AF65-F5344CB8AC3E}">
        <p14:creationId xmlns:p14="http://schemas.microsoft.com/office/powerpoint/2010/main" val="74410332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812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FAB6DE-490F-43A2-96E6-9DA2C1C7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7"/>
                </a:solidFill>
              </a:defRPr>
            </a:pPr>
            <a:r>
              <a:rPr sz="2550" b="1">
                <a:solidFill>
                  <a:srgbClr val="F4F7F7"/>
                </a:solidFill>
              </a:rPr>
              <a:t>FERO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F0E81F-D500-46FD-9B04-B00B64FD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CFC7"/>
                </a:solidFill>
              </a:defRPr>
            </a:pPr>
            <a:r>
              <a:rPr sz="900" b="1">
                <a:solidFill>
                  <a:srgbClr val="4ECFC7"/>
                </a:solidFill>
              </a:rPr>
              <a:t>WELCOME BACK: CREATE NEW ACCOUNT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B5082B-E709-4092-8255-C0AD98FA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81100"/>
            <a:ext cx="371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7"/>
                </a:solidFill>
              </a:defRPr>
            </a:pPr>
            <a:r>
              <a:rPr sz="2100" b="1">
                <a:solidFill>
                  <a:srgbClr val="F4F7F7"/>
                </a:solidFill>
              </a:rPr>
              <a:t>02 Create Account Email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1B1A29-0ABA-46D3-B200-58C3DACA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81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2 of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5C8CA1-4EF3-4369-9D02-13E8E045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38" y="238125"/>
            <a:ext cx="3111425" cy="6400800"/>
          </a:xfrm>
          <a:prstGeom xmlns:a="http://schemas.openxmlformats.org/drawingml/2006/main" prst="roundRect">
            <a:avLst>
              <a:gd name="adj" fmla="val 7347"/>
            </a:avLst>
          </a:prstGeom>
          <a:solidFill xmlns:a="http://schemas.openxmlformats.org/drawingml/2006/main">
            <a:srgbClr val="06100F"/>
          </a:solidFill>
          <a:ln xmlns:a="http://schemas.openxmlformats.org/drawingml/2006/main" w="19050">
            <a:solidFill>
              <a:srgbClr val="17383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92e9aec4d644e1"/>
          <a:stretch xmlns:a="http://schemas.openxmlformats.org/drawingml/2006/main"/>
        </p:blipFill>
        <p:spPr>
          <a:xfrm xmlns:a="http://schemas.openxmlformats.org/drawingml/2006/main">
            <a:off x="4778413" y="381000"/>
            <a:ext cx="2825675" cy="6115050"/>
          </a:xfrm>
          <a:prstGeom xmlns:a="http://schemas.openxmlformats.org/drawingml/2006/main" prst="roundRect">
            <a:avLst>
              <a:gd name="adj" fmla="val 539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BE4BC3-2FC1-4ACD-B00B-E92EF311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810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Captured from the real preview app UI</a:t>
            </a:r>
          </a:p>
        </p:txBody>
      </p:sp>
    </p:spTree>
    <p:extLst>
      <p:ext uri="{BB962C8B-B14F-4D97-AF65-F5344CB8AC3E}">
        <p14:creationId xmlns:p14="http://schemas.microsoft.com/office/powerpoint/2010/main" val="9744107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812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6DA4FD-568C-4125-BDD1-1CA98F4E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7"/>
                </a:solidFill>
              </a:defRPr>
            </a:pPr>
            <a:r>
              <a:rPr sz="2550" b="1">
                <a:solidFill>
                  <a:srgbClr val="F4F7F7"/>
                </a:solidFill>
              </a:rPr>
              <a:t>FERO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46E18-9D6D-46DF-914C-6A3E0343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CFC7"/>
                </a:solidFill>
              </a:defRPr>
            </a:pPr>
            <a:r>
              <a:rPr sz="900" b="1">
                <a:solidFill>
                  <a:srgbClr val="4ECFC7"/>
                </a:solidFill>
              </a:rPr>
              <a:t>WELCOME BACK: CREATE NEW ACCOUNT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C6E124-4A8E-4CC4-AB1A-C3BDA100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81100"/>
            <a:ext cx="371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7"/>
                </a:solidFill>
              </a:defRPr>
            </a:pPr>
            <a:r>
              <a:rPr sz="2100" b="1">
                <a:solidFill>
                  <a:srgbClr val="F4F7F7"/>
                </a:solidFill>
              </a:rPr>
              <a:t>03 Otp Code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B9ACA4-009B-49DA-836C-12BF055B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81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3 of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C9ABFB-33DE-4434-A2BC-1633B94D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38" y="238125"/>
            <a:ext cx="3111425" cy="6400800"/>
          </a:xfrm>
          <a:prstGeom xmlns:a="http://schemas.openxmlformats.org/drawingml/2006/main" prst="roundRect">
            <a:avLst>
              <a:gd name="adj" fmla="val 7347"/>
            </a:avLst>
          </a:prstGeom>
          <a:solidFill xmlns:a="http://schemas.openxmlformats.org/drawingml/2006/main">
            <a:srgbClr val="06100F"/>
          </a:solidFill>
          <a:ln xmlns:a="http://schemas.openxmlformats.org/drawingml/2006/main" w="19050">
            <a:solidFill>
              <a:srgbClr val="17383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e7f0d888d546bd"/>
          <a:stretch xmlns:a="http://schemas.openxmlformats.org/drawingml/2006/main"/>
        </p:blipFill>
        <p:spPr>
          <a:xfrm xmlns:a="http://schemas.openxmlformats.org/drawingml/2006/main">
            <a:off x="4778413" y="381000"/>
            <a:ext cx="2825675" cy="6115050"/>
          </a:xfrm>
          <a:prstGeom xmlns:a="http://schemas.openxmlformats.org/drawingml/2006/main" prst="roundRect">
            <a:avLst>
              <a:gd name="adj" fmla="val 539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461D01-4261-4A8D-86EA-DCDB4EE4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810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Captured from the real preview app UI</a:t>
            </a:r>
          </a:p>
        </p:txBody>
      </p:sp>
    </p:spTree>
    <p:extLst>
      <p:ext uri="{BB962C8B-B14F-4D97-AF65-F5344CB8AC3E}">
        <p14:creationId xmlns:p14="http://schemas.microsoft.com/office/powerpoint/2010/main" val="76883098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812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7D4D91-A66C-4863-AEDD-31023FDD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7"/>
                </a:solidFill>
              </a:defRPr>
            </a:pPr>
            <a:r>
              <a:rPr sz="2550" b="1">
                <a:solidFill>
                  <a:srgbClr val="F4F7F7"/>
                </a:solidFill>
              </a:rPr>
              <a:t>FERO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ECEA3D-A431-49F2-B845-BE10A43C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CFC7"/>
                </a:solidFill>
              </a:defRPr>
            </a:pPr>
            <a:r>
              <a:rPr sz="900" b="1">
                <a:solidFill>
                  <a:srgbClr val="4ECFC7"/>
                </a:solidFill>
              </a:rPr>
              <a:t>WELCOME BACK: CREATE NEW ACCOUNT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7EB7BF-B1D8-4622-8F4A-F61FA14B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81100"/>
            <a:ext cx="371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7"/>
                </a:solidFill>
              </a:defRPr>
            </a:pPr>
            <a:r>
              <a:rPr sz="2100" b="1">
                <a:solidFill>
                  <a:srgbClr val="F4F7F7"/>
                </a:solidFill>
              </a:rPr>
              <a:t>04 Onboarding Start After Account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DFB3DA-2865-443E-AED9-40AA8965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81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4 of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850C79-2306-4FAD-95B0-8BA06E15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38" y="238125"/>
            <a:ext cx="3111425" cy="6400800"/>
          </a:xfrm>
          <a:prstGeom xmlns:a="http://schemas.openxmlformats.org/drawingml/2006/main" prst="roundRect">
            <a:avLst>
              <a:gd name="adj" fmla="val 7347"/>
            </a:avLst>
          </a:prstGeom>
          <a:solidFill xmlns:a="http://schemas.openxmlformats.org/drawingml/2006/main">
            <a:srgbClr val="06100F"/>
          </a:solidFill>
          <a:ln xmlns:a="http://schemas.openxmlformats.org/drawingml/2006/main" w="19050">
            <a:solidFill>
              <a:srgbClr val="17383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e4f0fedb324fb9"/>
          <a:stretch xmlns:a="http://schemas.openxmlformats.org/drawingml/2006/main"/>
        </p:blipFill>
        <p:spPr>
          <a:xfrm xmlns:a="http://schemas.openxmlformats.org/drawingml/2006/main">
            <a:off x="4778413" y="381000"/>
            <a:ext cx="2825675" cy="6115050"/>
          </a:xfrm>
          <a:prstGeom xmlns:a="http://schemas.openxmlformats.org/drawingml/2006/main" prst="roundRect">
            <a:avLst>
              <a:gd name="adj" fmla="val 539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549512-9361-4C0D-97A2-E3C55C8C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810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Captured from the real preview app UI</a:t>
            </a:r>
          </a:p>
        </p:txBody>
      </p:sp>
    </p:spTree>
    <p:extLst>
      <p:ext uri="{BB962C8B-B14F-4D97-AF65-F5344CB8AC3E}">
        <p14:creationId xmlns:p14="http://schemas.microsoft.com/office/powerpoint/2010/main" val="60696373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812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FB4AB5-AE46-48BA-8054-A99B7D0D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7"/>
                </a:solidFill>
              </a:defRPr>
            </a:pPr>
            <a:r>
              <a:rPr sz="2550" b="1">
                <a:solidFill>
                  <a:srgbClr val="F4F7F7"/>
                </a:solidFill>
              </a:rPr>
              <a:t>FERO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134DF5-C1C4-456E-95D5-017FD010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CFC7"/>
                </a:solidFill>
              </a:defRPr>
            </a:pPr>
            <a:r>
              <a:rPr sz="900" b="1">
                <a:solidFill>
                  <a:srgbClr val="4ECFC7"/>
                </a:solidFill>
              </a:rPr>
              <a:t>WELCOME BACK: CREATE NEW ACCOUNT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8E1EEE-E4A6-43AA-99C5-34F1BE64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81100"/>
            <a:ext cx="371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7"/>
                </a:solidFill>
              </a:defRPr>
            </a:pPr>
            <a:r>
              <a:rPr sz="2100" b="1">
                <a:solidFill>
                  <a:srgbClr val="F4F7F7"/>
                </a:solidFill>
              </a:rPr>
              <a:t>05 Onboarding Create Entry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5DAAEF-D8BF-4838-B82A-F16B50F2F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81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5 of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7EBC69-26DF-4928-82C4-DDF17496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38" y="238125"/>
            <a:ext cx="3111425" cy="6400800"/>
          </a:xfrm>
          <a:prstGeom xmlns:a="http://schemas.openxmlformats.org/drawingml/2006/main" prst="roundRect">
            <a:avLst>
              <a:gd name="adj" fmla="val 7347"/>
            </a:avLst>
          </a:prstGeom>
          <a:solidFill xmlns:a="http://schemas.openxmlformats.org/drawingml/2006/main">
            <a:srgbClr val="06100F"/>
          </a:solidFill>
          <a:ln xmlns:a="http://schemas.openxmlformats.org/drawingml/2006/main" w="19050">
            <a:solidFill>
              <a:srgbClr val="17383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6389a371ce490f"/>
          <a:stretch xmlns:a="http://schemas.openxmlformats.org/drawingml/2006/main"/>
        </p:blipFill>
        <p:spPr>
          <a:xfrm xmlns:a="http://schemas.openxmlformats.org/drawingml/2006/main">
            <a:off x="4778413" y="381000"/>
            <a:ext cx="2825675" cy="6115050"/>
          </a:xfrm>
          <a:prstGeom xmlns:a="http://schemas.openxmlformats.org/drawingml/2006/main" prst="roundRect">
            <a:avLst>
              <a:gd name="adj" fmla="val 539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A06544-E8B6-460C-8C59-D554CCAE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810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Captured from the real preview app UI</a:t>
            </a:r>
          </a:p>
        </p:txBody>
      </p:sp>
    </p:spTree>
    <p:extLst>
      <p:ext uri="{BB962C8B-B14F-4D97-AF65-F5344CB8AC3E}">
        <p14:creationId xmlns:p14="http://schemas.microsoft.com/office/powerpoint/2010/main" val="26203726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812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D6C61F-C445-485B-A073-7099D572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7"/>
                </a:solidFill>
              </a:defRPr>
            </a:pPr>
            <a:r>
              <a:rPr sz="2550" b="1">
                <a:solidFill>
                  <a:srgbClr val="F4F7F7"/>
                </a:solidFill>
              </a:rPr>
              <a:t>FERO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D536A4-2C4B-41A2-8E82-B44029595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CFC7"/>
                </a:solidFill>
              </a:defRPr>
            </a:pPr>
            <a:r>
              <a:rPr sz="900" b="1">
                <a:solidFill>
                  <a:srgbClr val="4ECFC7"/>
                </a:solidFill>
              </a:rPr>
              <a:t>WELCOME BACK: CREATE NEW ACCOUNT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7B541E-A25D-44F3-B689-1CC8DF72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81100"/>
            <a:ext cx="371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7"/>
                </a:solidFill>
              </a:defRPr>
            </a:pPr>
            <a:r>
              <a:rPr sz="2100" b="1">
                <a:solidFill>
                  <a:srgbClr val="F4F7F7"/>
                </a:solidFill>
              </a:rPr>
              <a:t>06 Create Bloc Modal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6BDF24-C20E-4A54-9976-E5BC6BFA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81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6 of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39610C-B54C-481F-8885-9A24732D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38" y="238125"/>
            <a:ext cx="3111425" cy="6400800"/>
          </a:xfrm>
          <a:prstGeom xmlns:a="http://schemas.openxmlformats.org/drawingml/2006/main" prst="roundRect">
            <a:avLst>
              <a:gd name="adj" fmla="val 7347"/>
            </a:avLst>
          </a:prstGeom>
          <a:solidFill xmlns:a="http://schemas.openxmlformats.org/drawingml/2006/main">
            <a:srgbClr val="06100F"/>
          </a:solidFill>
          <a:ln xmlns:a="http://schemas.openxmlformats.org/drawingml/2006/main" w="19050">
            <a:solidFill>
              <a:srgbClr val="17383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2ea08038f44f79"/>
          <a:stretch xmlns:a="http://schemas.openxmlformats.org/drawingml/2006/main"/>
        </p:blipFill>
        <p:spPr>
          <a:xfrm xmlns:a="http://schemas.openxmlformats.org/drawingml/2006/main">
            <a:off x="4778413" y="381000"/>
            <a:ext cx="2825675" cy="6115050"/>
          </a:xfrm>
          <a:prstGeom xmlns:a="http://schemas.openxmlformats.org/drawingml/2006/main" prst="roundRect">
            <a:avLst>
              <a:gd name="adj" fmla="val 539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8EF0A7-94D2-4A29-82FC-F37B42B4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810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Captured from the real preview app UI</a:t>
            </a:r>
          </a:p>
        </p:txBody>
      </p:sp>
    </p:spTree>
    <p:extLst>
      <p:ext uri="{BB962C8B-B14F-4D97-AF65-F5344CB8AC3E}">
        <p14:creationId xmlns:p14="http://schemas.microsoft.com/office/powerpoint/2010/main" val="21789089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812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80B609-344F-46E5-A8EF-5BFAF3AA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7"/>
                </a:solidFill>
              </a:defRPr>
            </a:pPr>
            <a:r>
              <a:rPr sz="2550" b="1">
                <a:solidFill>
                  <a:srgbClr val="F4F7F7"/>
                </a:solidFill>
              </a:rPr>
              <a:t>FERO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1CB452-678B-4255-BB9A-2474B4ED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CFC7"/>
                </a:solidFill>
              </a:defRPr>
            </a:pPr>
            <a:r>
              <a:rPr sz="900" b="1">
                <a:solidFill>
                  <a:srgbClr val="4ECFC7"/>
                </a:solidFill>
              </a:rPr>
              <a:t>WELCOME BACK: CREATE NEW ACCOUNT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3CE964-5530-46D0-98D5-939038A1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81100"/>
            <a:ext cx="371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7"/>
                </a:solidFill>
              </a:defRPr>
            </a:pPr>
            <a:r>
              <a:rPr sz="2100" b="1">
                <a:solidFill>
                  <a:srgbClr val="F4F7F7"/>
                </a:solidFill>
              </a:rPr>
              <a:t>07 Display Name Photo Filled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A58BC8-1435-4FD8-BD8D-42B7E66C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81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7 of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6DB384-F050-47CB-A396-9F25490E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38" y="238125"/>
            <a:ext cx="3111425" cy="6400800"/>
          </a:xfrm>
          <a:prstGeom xmlns:a="http://schemas.openxmlformats.org/drawingml/2006/main" prst="roundRect">
            <a:avLst>
              <a:gd name="adj" fmla="val 7347"/>
            </a:avLst>
          </a:prstGeom>
          <a:solidFill xmlns:a="http://schemas.openxmlformats.org/drawingml/2006/main">
            <a:srgbClr val="06100F"/>
          </a:solidFill>
          <a:ln xmlns:a="http://schemas.openxmlformats.org/drawingml/2006/main" w="19050">
            <a:solidFill>
              <a:srgbClr val="17383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20cd7f34244dee"/>
          <a:stretch xmlns:a="http://schemas.openxmlformats.org/drawingml/2006/main"/>
        </p:blipFill>
        <p:spPr>
          <a:xfrm xmlns:a="http://schemas.openxmlformats.org/drawingml/2006/main">
            <a:off x="4778413" y="381000"/>
            <a:ext cx="2825675" cy="6115050"/>
          </a:xfrm>
          <a:prstGeom xmlns:a="http://schemas.openxmlformats.org/drawingml/2006/main" prst="roundRect">
            <a:avLst>
              <a:gd name="adj" fmla="val 539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6E5A2B-EB77-48F8-A9AB-E8EB37E3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810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Captured from the real preview app UI</a:t>
            </a:r>
          </a:p>
        </p:txBody>
      </p:sp>
    </p:spTree>
    <p:extLst>
      <p:ext uri="{BB962C8B-B14F-4D97-AF65-F5344CB8AC3E}">
        <p14:creationId xmlns:p14="http://schemas.microsoft.com/office/powerpoint/2010/main" val="133043957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812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E4F87B-32B7-4AF0-B6E8-CFA1CDE5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7"/>
                </a:solidFill>
              </a:defRPr>
            </a:pPr>
            <a:r>
              <a:rPr sz="2550" b="1">
                <a:solidFill>
                  <a:srgbClr val="F4F7F7"/>
                </a:solidFill>
              </a:rPr>
              <a:t>FERO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647C87-DD36-4118-B506-02AFDE82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CFC7"/>
                </a:solidFill>
              </a:defRPr>
            </a:pPr>
            <a:r>
              <a:rPr sz="900" b="1">
                <a:solidFill>
                  <a:srgbClr val="4ECFC7"/>
                </a:solidFill>
              </a:rPr>
              <a:t>WELCOME BACK: CREATE NEW ACCOUNT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65727A-5E1A-40EB-994C-E8FB52F9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81100"/>
            <a:ext cx="371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7"/>
                </a:solidFill>
              </a:defRPr>
            </a:pPr>
            <a:r>
              <a:rPr sz="2100" b="1">
                <a:solidFill>
                  <a:srgbClr val="F4F7F7"/>
                </a:solidFill>
              </a:rPr>
              <a:t>08 Progress Creating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8C2CD5-FF9D-4678-94E7-DDE74BCE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81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8 of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237B8D-6EC3-4AC2-9B2E-B7D3743F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38" y="238125"/>
            <a:ext cx="3111425" cy="6400800"/>
          </a:xfrm>
          <a:prstGeom xmlns:a="http://schemas.openxmlformats.org/drawingml/2006/main" prst="roundRect">
            <a:avLst>
              <a:gd name="adj" fmla="val 7347"/>
            </a:avLst>
          </a:prstGeom>
          <a:solidFill xmlns:a="http://schemas.openxmlformats.org/drawingml/2006/main">
            <a:srgbClr val="06100F"/>
          </a:solidFill>
          <a:ln xmlns:a="http://schemas.openxmlformats.org/drawingml/2006/main" w="19050">
            <a:solidFill>
              <a:srgbClr val="17383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ce139f24be4172"/>
          <a:stretch xmlns:a="http://schemas.openxmlformats.org/drawingml/2006/main"/>
        </p:blipFill>
        <p:spPr>
          <a:xfrm xmlns:a="http://schemas.openxmlformats.org/drawingml/2006/main">
            <a:off x="4778413" y="381000"/>
            <a:ext cx="2825675" cy="6115050"/>
          </a:xfrm>
          <a:prstGeom xmlns:a="http://schemas.openxmlformats.org/drawingml/2006/main" prst="roundRect">
            <a:avLst>
              <a:gd name="adj" fmla="val 539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D27CDA-1208-4E9A-B481-7AB76DF0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810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Captured from the real preview app UI</a:t>
            </a:r>
          </a:p>
        </p:txBody>
      </p:sp>
    </p:spTree>
    <p:extLst>
      <p:ext uri="{BB962C8B-B14F-4D97-AF65-F5344CB8AC3E}">
        <p14:creationId xmlns:p14="http://schemas.microsoft.com/office/powerpoint/2010/main" val="112208435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812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B731ED-4609-4739-A932-8CA584D3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7"/>
                </a:solidFill>
              </a:defRPr>
            </a:pPr>
            <a:r>
              <a:rPr sz="2550" b="1">
                <a:solidFill>
                  <a:srgbClr val="F4F7F7"/>
                </a:solidFill>
              </a:rPr>
              <a:t>FERO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5FC148-79AF-415F-8161-8F0D44B5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CFC7"/>
                </a:solidFill>
              </a:defRPr>
            </a:pPr>
            <a:r>
              <a:rPr sz="900" b="1">
                <a:solidFill>
                  <a:srgbClr val="4ECFC7"/>
                </a:solidFill>
              </a:rPr>
              <a:t>WELCOME BACK: CREATE NEW ACCOUNT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F051ED-68A0-4C60-9DC6-C3DD4AEA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81100"/>
            <a:ext cx="371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7"/>
                </a:solidFill>
              </a:defRPr>
            </a:pPr>
            <a:r>
              <a:rPr sz="2100" b="1">
                <a:solidFill>
                  <a:srgbClr val="F4F7F7"/>
                </a:solidFill>
              </a:rPr>
              <a:t>09 Landed In New Bloc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3642BB-8C22-4594-BEA7-5815B85E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81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9 of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568BFF-A843-4E66-B04A-5B632BD6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38" y="238125"/>
            <a:ext cx="3111425" cy="6400800"/>
          </a:xfrm>
          <a:prstGeom xmlns:a="http://schemas.openxmlformats.org/drawingml/2006/main" prst="roundRect">
            <a:avLst>
              <a:gd name="adj" fmla="val 7347"/>
            </a:avLst>
          </a:prstGeom>
          <a:solidFill xmlns:a="http://schemas.openxmlformats.org/drawingml/2006/main">
            <a:srgbClr val="06100F"/>
          </a:solidFill>
          <a:ln xmlns:a="http://schemas.openxmlformats.org/drawingml/2006/main" w="19050">
            <a:solidFill>
              <a:srgbClr val="17383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59ce9217924583"/>
          <a:stretch xmlns:a="http://schemas.openxmlformats.org/drawingml/2006/main"/>
        </p:blipFill>
        <p:spPr>
          <a:xfrm xmlns:a="http://schemas.openxmlformats.org/drawingml/2006/main">
            <a:off x="4778413" y="381000"/>
            <a:ext cx="2825675" cy="6115050"/>
          </a:xfrm>
          <a:prstGeom xmlns:a="http://schemas.openxmlformats.org/drawingml/2006/main" prst="roundRect">
            <a:avLst>
              <a:gd name="adj" fmla="val 539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64744C-AEE0-4130-902F-911FA664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810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Captured from the real preview app UI</a:t>
            </a:r>
          </a:p>
        </p:txBody>
      </p:sp>
    </p:spTree>
    <p:extLst>
      <p:ext uri="{BB962C8B-B14F-4D97-AF65-F5344CB8AC3E}">
        <p14:creationId xmlns:p14="http://schemas.microsoft.com/office/powerpoint/2010/main" val="1689968593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812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76337C-0E59-488D-A268-1A8252F5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972800" cy="54864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102220"/>
          </a:solidFill>
          <a:ln xmlns:a="http://schemas.openxmlformats.org/drawingml/2006/main" w="9525">
            <a:solidFill>
              <a:srgbClr val="17383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8B6828-6EC7-4567-B924-2417EE12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2001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ECFC7"/>
                </a:solidFill>
              </a:defRPr>
            </a:pPr>
            <a:r>
              <a:rPr sz="1050" b="1">
                <a:solidFill>
                  <a:srgbClr val="4ECFC7"/>
                </a:solidFill>
              </a:rPr>
              <a:t>FERO USER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92888B-D73A-4F9E-9D83-A9611165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95500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F7F7"/>
                </a:solidFill>
              </a:defRPr>
            </a:pPr>
            <a:r>
              <a:rPr sz="3600" b="1">
                <a:solidFill>
                  <a:srgbClr val="F4F7F7"/>
                </a:solidFill>
              </a:rPr>
              <a:t>Edge States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80E211-D957-4B51-A16A-27A3B857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67050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94A3A7"/>
                </a:solidFill>
              </a:defRPr>
            </a:pPr>
            <a:r>
              <a:rPr sz="1650" b="0">
                <a:solidFill>
                  <a:srgbClr val="94A3A7"/>
                </a:solidFill>
              </a:rPr>
              <a:t>Invalid invite and already-member handling frames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535BF7-F3E4-4FAB-B8E3-EA4B2567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01015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4ECFC7"/>
                </a:solidFill>
              </a:defRPr>
            </a:pPr>
            <a:r>
              <a:rPr sz="1500" b="1">
                <a:solidFill>
                  <a:srgbClr val="4ECFC7"/>
                </a:solidFill>
              </a:rPr>
              <a:t>5 / 5</a:t>
            </a:r>
          </a:p>
        </p:txBody>
      </p:sp>
    </p:spTree>
    <p:extLst>
      <p:ext uri="{BB962C8B-B14F-4D97-AF65-F5344CB8AC3E}">
        <p14:creationId xmlns:p14="http://schemas.microsoft.com/office/powerpoint/2010/main" val="1664725129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812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B072F8-1AD0-4F59-8E3C-5A0AE8A1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7"/>
                </a:solidFill>
              </a:defRPr>
            </a:pPr>
            <a:r>
              <a:rPr sz="2550" b="1">
                <a:solidFill>
                  <a:srgbClr val="F4F7F7"/>
                </a:solidFill>
              </a:rPr>
              <a:t>FERO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227363-B443-477A-89BB-187DC756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CFC7"/>
                </a:solidFill>
              </a:defRPr>
            </a:pPr>
            <a:r>
              <a:rPr sz="900" b="1">
                <a:solidFill>
                  <a:srgbClr val="4ECFC7"/>
                </a:solidFill>
              </a:rPr>
              <a:t>EDGE STATES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273B4B-094E-4609-AC64-01D40485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81100"/>
            <a:ext cx="371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7"/>
                </a:solidFill>
              </a:defRPr>
            </a:pPr>
            <a:r>
              <a:rPr sz="2100" b="1">
                <a:solidFill>
                  <a:srgbClr val="F4F7F7"/>
                </a:solidFill>
              </a:rPr>
              <a:t>01 Invalid Invite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C354D6-BFB2-460E-96AA-AB690B08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81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1 of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C4CCF7-50B1-40F0-88BF-B5F68F64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38" y="238125"/>
            <a:ext cx="3111425" cy="6400800"/>
          </a:xfrm>
          <a:prstGeom xmlns:a="http://schemas.openxmlformats.org/drawingml/2006/main" prst="roundRect">
            <a:avLst>
              <a:gd name="adj" fmla="val 7347"/>
            </a:avLst>
          </a:prstGeom>
          <a:solidFill xmlns:a="http://schemas.openxmlformats.org/drawingml/2006/main">
            <a:srgbClr val="06100F"/>
          </a:solidFill>
          <a:ln xmlns:a="http://schemas.openxmlformats.org/drawingml/2006/main" w="19050">
            <a:solidFill>
              <a:srgbClr val="17383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0a451bf8904d1b"/>
          <a:stretch xmlns:a="http://schemas.openxmlformats.org/drawingml/2006/main"/>
        </p:blipFill>
        <p:spPr>
          <a:xfrm xmlns:a="http://schemas.openxmlformats.org/drawingml/2006/main">
            <a:off x="4778413" y="381000"/>
            <a:ext cx="2825675" cy="6115050"/>
          </a:xfrm>
          <a:prstGeom xmlns:a="http://schemas.openxmlformats.org/drawingml/2006/main" prst="roundRect">
            <a:avLst>
              <a:gd name="adj" fmla="val 539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A0493F-A0F3-4905-97EE-CD6DBC56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810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Captured from the real preview app UI</a:t>
            </a:r>
          </a:p>
        </p:txBody>
      </p:sp>
    </p:spTree>
    <p:extLst>
      <p:ext uri="{BB962C8B-B14F-4D97-AF65-F5344CB8AC3E}">
        <p14:creationId xmlns:p14="http://schemas.microsoft.com/office/powerpoint/2010/main" val="230685204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812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A4B446-426F-4F89-B55D-0C0AF402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7F7"/>
                </a:solidFill>
              </a:defRPr>
            </a:pPr>
            <a:r>
              <a:rPr sz="2550" b="1">
                <a:solidFill>
                  <a:srgbClr val="F4F7F7"/>
                </a:solidFill>
              </a:rPr>
              <a:t>FERO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3DB5F4-AA5B-4F20-AA01-8AD9C3E4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14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CFC7"/>
                </a:solidFill>
              </a:defRPr>
            </a:pPr>
            <a:r>
              <a:rPr sz="900" b="1">
                <a:solidFill>
                  <a:srgbClr val="4ECFC7"/>
                </a:solidFill>
              </a:rPr>
              <a:t>EDGE STATES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07757A-464E-44F5-BED1-67448084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81100"/>
            <a:ext cx="371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7"/>
                </a:solidFill>
              </a:defRPr>
            </a:pPr>
            <a:r>
              <a:rPr sz="2100" b="1">
                <a:solidFill>
                  <a:srgbClr val="F4F7F7"/>
                </a:solidFill>
              </a:rPr>
              <a:t>02 Already Member Or Otp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BFE7A2-7FF4-432D-A2D2-E6368250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81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2 of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0D6516-7352-4CB3-9533-9FB394FB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38" y="238125"/>
            <a:ext cx="3111425" cy="6400800"/>
          </a:xfrm>
          <a:prstGeom xmlns:a="http://schemas.openxmlformats.org/drawingml/2006/main" prst="roundRect">
            <a:avLst>
              <a:gd name="adj" fmla="val 7347"/>
            </a:avLst>
          </a:prstGeom>
          <a:solidFill xmlns:a="http://schemas.openxmlformats.org/drawingml/2006/main">
            <a:srgbClr val="06100F"/>
          </a:solidFill>
          <a:ln xmlns:a="http://schemas.openxmlformats.org/drawingml/2006/main" w="19050">
            <a:solidFill>
              <a:srgbClr val="17383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cb3674a37c40a6"/>
          <a:stretch xmlns:a="http://schemas.openxmlformats.org/drawingml/2006/main"/>
        </p:blipFill>
        <p:spPr>
          <a:xfrm xmlns:a="http://schemas.openxmlformats.org/drawingml/2006/main">
            <a:off x="4778413" y="381000"/>
            <a:ext cx="2825675" cy="6115050"/>
          </a:xfrm>
          <a:prstGeom xmlns:a="http://schemas.openxmlformats.org/drawingml/2006/main" prst="roundRect">
            <a:avLst>
              <a:gd name="adj" fmla="val 539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88B8AF-0A89-4450-BCAF-12436DF9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810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4A3A7"/>
                </a:solidFill>
              </a:defRPr>
            </a:pPr>
            <a:r>
              <a:rPr sz="1200" b="0">
                <a:solidFill>
                  <a:srgbClr val="94A3A7"/>
                </a:solidFill>
              </a:rPr>
              <a:t>Captured from the real preview app UI</a:t>
            </a:r>
          </a:p>
        </p:txBody>
      </p:sp>
    </p:spTree>
    <p:extLst>
      <p:ext uri="{BB962C8B-B14F-4D97-AF65-F5344CB8AC3E}">
        <p14:creationId xmlns:p14="http://schemas.microsoft.com/office/powerpoint/2010/main" val="101565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2026-08-13T10:14:46.1730000Z</dcterms:created>
  <dcterms:modified xsi:type="dcterms:W3CDTF">2026-08-13T10:14:46.1730000Z</dcterms:modified>
</coreProperties>
</file>